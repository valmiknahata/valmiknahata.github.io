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1" r:id="rId5"/>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9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00C7D6-6BAA-4CD7-A231-5AE65C47FE84}">
  <a:tblStyle styleId="{EF00C7D6-6BAA-4CD7-A231-5AE65C47FE84}"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F6F1"/>
          </a:solidFill>
        </a:fill>
      </a:tcStyle>
    </a:wholeTbl>
    <a:band1H>
      <a:tcTxStyle b="off" i="off"/>
      <a:tcStyle>
        <a:fill>
          <a:solidFill>
            <a:srgbClr val="CDEDE2"/>
          </a:solidFill>
        </a:fill>
      </a:tcStyle>
    </a:band1H>
    <a:band2H>
      <a:tcTxStyle b="off" i="off"/>
    </a:band2H>
    <a:band1V>
      <a:tcTxStyle b="off" i="off"/>
      <a:tcStyle>
        <a:fill>
          <a:solidFill>
            <a:srgbClr val="CDEDE2"/>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92"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bc777a28f4_3_203: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Valmik</a:t>
            </a:r>
            <a:endParaRPr sz="1400"/>
          </a:p>
        </p:txBody>
      </p:sp>
      <p:sp>
        <p:nvSpPr>
          <p:cNvPr id="255" name="Google Shape;255;g3bc777a28f4_3_203:notes"/>
          <p:cNvSpPr/>
          <p:nvPr>
            <p:ph idx="2" type="sldImg"/>
          </p:nvPr>
        </p:nvSpPr>
        <p:spPr>
          <a:xfrm>
            <a:off x="397221" y="685488"/>
            <a:ext cx="606356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bc777a28f4_3_220: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Valmik</a:t>
            </a:r>
            <a:endParaRPr sz="1400"/>
          </a:p>
        </p:txBody>
      </p:sp>
      <p:sp>
        <p:nvSpPr>
          <p:cNvPr id="261" name="Google Shape;261;g3bc777a28f4_3_220:notes"/>
          <p:cNvSpPr/>
          <p:nvPr>
            <p:ph idx="2" type="sldImg"/>
          </p:nvPr>
        </p:nvSpPr>
        <p:spPr>
          <a:xfrm>
            <a:off x="397221" y="685488"/>
            <a:ext cx="606356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bc777a28f4_3_226: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Valmik</a:t>
            </a:r>
            <a:endParaRPr sz="1400"/>
          </a:p>
        </p:txBody>
      </p:sp>
      <p:sp>
        <p:nvSpPr>
          <p:cNvPr id="268" name="Google Shape;268;g3bc777a28f4_3_226:notes"/>
          <p:cNvSpPr/>
          <p:nvPr>
            <p:ph idx="2" type="sldImg"/>
          </p:nvPr>
        </p:nvSpPr>
        <p:spPr>
          <a:xfrm>
            <a:off x="397221" y="685488"/>
            <a:ext cx="606356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bc777a28f4_3_311: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Valmik</a:t>
            </a:r>
            <a:endParaRPr sz="1400"/>
          </a:p>
        </p:txBody>
      </p:sp>
      <p:sp>
        <p:nvSpPr>
          <p:cNvPr id="273" name="Google Shape;273;g3bc777a28f4_3_311:notes"/>
          <p:cNvSpPr/>
          <p:nvPr>
            <p:ph idx="2" type="sldImg"/>
          </p:nvPr>
        </p:nvSpPr>
        <p:spPr>
          <a:xfrm>
            <a:off x="397221" y="685488"/>
            <a:ext cx="606356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bc777a28f4_0_367: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Alexa</a:t>
            </a:r>
            <a:endParaRPr sz="1400"/>
          </a:p>
        </p:txBody>
      </p:sp>
      <p:sp>
        <p:nvSpPr>
          <p:cNvPr id="279" name="Google Shape;279;g3bc777a28f4_0_367: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c777a28f4_9_2: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Alexa</a:t>
            </a:r>
            <a:endParaRPr sz="1400"/>
          </a:p>
        </p:txBody>
      </p:sp>
      <p:sp>
        <p:nvSpPr>
          <p:cNvPr id="284" name="Google Shape;284;g3bc777a28f4_9_2: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bc777a28f4_0_372: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Valmik</a:t>
            </a:r>
            <a:endParaRPr sz="1400"/>
          </a:p>
        </p:txBody>
      </p:sp>
      <p:sp>
        <p:nvSpPr>
          <p:cNvPr id="290" name="Google Shape;290;g3bc777a28f4_0_372: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bc777a28f4_3_398: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Valmik</a:t>
            </a:r>
            <a:endParaRPr sz="1400"/>
          </a:p>
        </p:txBody>
      </p:sp>
      <p:sp>
        <p:nvSpPr>
          <p:cNvPr id="295" name="Google Shape;295;g3bc777a28f4_3_398:notes"/>
          <p:cNvSpPr/>
          <p:nvPr>
            <p:ph idx="2" type="sldImg"/>
          </p:nvPr>
        </p:nvSpPr>
        <p:spPr>
          <a:xfrm>
            <a:off x="397221" y="685488"/>
            <a:ext cx="606356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bc777a28f4_0_331: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Karim</a:t>
            </a:r>
            <a:br>
              <a:rPr lang="en" sz="1400"/>
            </a:br>
            <a:br>
              <a:rPr lang="en" sz="1400"/>
            </a:br>
            <a:r>
              <a:rPr lang="en" sz="1400"/>
              <a:t>ALPINE ingests risk signals across transactions, communications, internal behavior, and code-plus-HR indicators.</a:t>
            </a:r>
            <a:endParaRPr sz="1400"/>
          </a:p>
          <a:p>
            <a:pPr indent="0" lvl="0" marL="0" rtl="0" algn="l">
              <a:lnSpc>
                <a:spcPct val="100000"/>
              </a:lnSpc>
              <a:spcBef>
                <a:spcPts val="0"/>
              </a:spcBef>
              <a:spcAft>
                <a:spcPts val="0"/>
              </a:spcAft>
              <a:buSzPts val="1400"/>
              <a:buNone/>
            </a:pPr>
            <a:r>
              <a:rPr lang="en" sz="1400"/>
              <a:t>These signals are normalized into a single risk score and routed automatically — with critical cases escalated immediately, elevated cases actively monitored, and moderate cases queued for review.</a:t>
            </a:r>
            <a:endParaRPr sz="1400"/>
          </a:p>
        </p:txBody>
      </p:sp>
      <p:sp>
        <p:nvSpPr>
          <p:cNvPr id="303" name="Google Shape;303;g3bc777a28f4_0_331: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bc777a28f4_0_320: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Karim</a:t>
            </a:r>
            <a:endParaRPr sz="1400"/>
          </a:p>
          <a:p>
            <a:pPr indent="0" lvl="0" marL="0" rtl="0" algn="l">
              <a:lnSpc>
                <a:spcPct val="100000"/>
              </a:lnSpc>
              <a:spcBef>
                <a:spcPts val="0"/>
              </a:spcBef>
              <a:spcAft>
                <a:spcPts val="0"/>
              </a:spcAft>
              <a:buSzPts val="1400"/>
              <a:buNone/>
            </a:pPr>
            <a:r>
              <a:t/>
            </a:r>
            <a:endParaRPr sz="1400"/>
          </a:p>
          <a:p>
            <a:pPr indent="0" lvl="0" marL="0" rtl="0" algn="l">
              <a:spcBef>
                <a:spcPts val="0"/>
              </a:spcBef>
              <a:spcAft>
                <a:spcPts val="0"/>
              </a:spcAft>
              <a:buClr>
                <a:schemeClr val="dk1"/>
              </a:buClr>
              <a:buSzPts val="1100"/>
              <a:buFont typeface="Arial"/>
              <a:buNone/>
            </a:pPr>
            <a:r>
              <a:rPr lang="en" sz="1400"/>
              <a:t>Risk is prioritized using a weighted scoring model that reflects role impact, assets under management, prior violations, and system privileges, with decay for long clean histories.</a:t>
            </a:r>
            <a:endParaRPr sz="1400"/>
          </a:p>
          <a:p>
            <a:pPr indent="0" lvl="0" marL="0" rtl="0" algn="l">
              <a:lnSpc>
                <a:spcPct val="100000"/>
              </a:lnSpc>
              <a:spcBef>
                <a:spcPts val="0"/>
              </a:spcBef>
              <a:spcAft>
                <a:spcPts val="0"/>
              </a:spcAft>
              <a:buSzPts val="1400"/>
              <a:buNone/>
            </a:pPr>
            <a:r>
              <a:rPr lang="en" sz="1400"/>
              <a:t>Monitoring runs continuously — real-time for transactions, hourly for communications, and daily for regulatory alignment.</a:t>
            </a:r>
            <a:endParaRPr sz="1400"/>
          </a:p>
        </p:txBody>
      </p:sp>
      <p:sp>
        <p:nvSpPr>
          <p:cNvPr id="309" name="Google Shape;309;g3bc777a28f4_0_320: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bc777a28f4_0_382: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Valmik</a:t>
            </a:r>
            <a:endParaRPr sz="1400"/>
          </a:p>
        </p:txBody>
      </p:sp>
      <p:sp>
        <p:nvSpPr>
          <p:cNvPr id="315" name="Google Shape;315;g3bc777a28f4_0_382: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bc777a28f4_0_350: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Valmik</a:t>
            </a:r>
            <a:endParaRPr sz="1400"/>
          </a:p>
        </p:txBody>
      </p:sp>
      <p:sp>
        <p:nvSpPr>
          <p:cNvPr id="320" name="Google Shape;320;g3bc777a28f4_0_350: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bc777a28f4_6_3: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Valmik</a:t>
            </a:r>
            <a:endParaRPr sz="1400"/>
          </a:p>
        </p:txBody>
      </p:sp>
      <p:sp>
        <p:nvSpPr>
          <p:cNvPr id="327" name="Google Shape;327;g3bc777a28f4_6_3: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bc777a28f4_6_12: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Valmik</a:t>
            </a:r>
            <a:endParaRPr sz="1400"/>
          </a:p>
        </p:txBody>
      </p:sp>
      <p:sp>
        <p:nvSpPr>
          <p:cNvPr id="334" name="Google Shape;334;g3bc777a28f4_6_12: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bc777a28f4_0_360: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Karim</a:t>
            </a:r>
            <a:br>
              <a:rPr lang="en" sz="1400"/>
            </a:br>
            <a:br>
              <a:rPr lang="en" sz="1400"/>
            </a:br>
            <a:r>
              <a:rPr lang="en" sz="1400"/>
              <a:t>ALPINE provides real-time enterprise risk rankings, relationship mapping for coordinated behavior, and investigation files that automatically bundle evidence with regulatory context. Leadership reports and full audit trails ensure every case is traceable from alert to resolution</a:t>
            </a:r>
            <a:endParaRPr sz="1400"/>
          </a:p>
        </p:txBody>
      </p:sp>
      <p:sp>
        <p:nvSpPr>
          <p:cNvPr id="341" name="Google Shape;341;g3bc777a28f4_0_360: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bc777a28f4_0_377: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Yang</a:t>
            </a:r>
            <a:endParaRPr sz="1400"/>
          </a:p>
        </p:txBody>
      </p:sp>
      <p:sp>
        <p:nvSpPr>
          <p:cNvPr id="347" name="Google Shape;347;g3bc777a28f4_0_377: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bc777a28f4_0_355: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Yang</a:t>
            </a:r>
            <a:endParaRPr sz="1400"/>
          </a:p>
        </p:txBody>
      </p:sp>
      <p:sp>
        <p:nvSpPr>
          <p:cNvPr id="352" name="Google Shape;352;g3bc777a28f4_0_355: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bc7e1884a2_4_0: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Alexa</a:t>
            </a:r>
            <a:endParaRPr sz="1400"/>
          </a:p>
        </p:txBody>
      </p:sp>
      <p:sp>
        <p:nvSpPr>
          <p:cNvPr id="358" name="Google Shape;358;g3bc7e1884a2_4_0: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bc777a28f4_0_386: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Alexa</a:t>
            </a:r>
            <a:endParaRPr sz="1400"/>
          </a:p>
        </p:txBody>
      </p:sp>
      <p:sp>
        <p:nvSpPr>
          <p:cNvPr id="363" name="Google Shape;363;g3bc777a28f4_0_386: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bc7e1884a2_4_4: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Valmik</a:t>
            </a:r>
            <a:endParaRPr sz="1400"/>
          </a:p>
        </p:txBody>
      </p:sp>
      <p:sp>
        <p:nvSpPr>
          <p:cNvPr id="369" name="Google Shape;369;g3bc7e1884a2_4_4: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bc777a28f4_1_11: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rPr lang="en" sz="1400"/>
              <a:t>Valmik</a:t>
            </a:r>
            <a:endParaRPr sz="1400"/>
          </a:p>
        </p:txBody>
      </p:sp>
      <p:sp>
        <p:nvSpPr>
          <p:cNvPr id="374" name="Google Shape;374;g3bc777a28f4_1_11:notes"/>
          <p:cNvSpPr/>
          <p:nvPr>
            <p:ph idx="2" type="sldImg"/>
          </p:nvPr>
        </p:nvSpPr>
        <p:spPr>
          <a:xfrm>
            <a:off x="397221" y="685488"/>
            <a:ext cx="60636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bc777a28f4_3_393:notes"/>
          <p:cNvSpPr txBox="1"/>
          <p:nvPr>
            <p:ph idx="1" type="body"/>
          </p:nvPr>
        </p:nvSpPr>
        <p:spPr>
          <a:xfrm>
            <a:off x="685800" y="4343400"/>
            <a:ext cx="5486400" cy="41148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t/>
            </a:r>
            <a:endParaRPr sz="1400"/>
          </a:p>
        </p:txBody>
      </p:sp>
      <p:sp>
        <p:nvSpPr>
          <p:cNvPr id="380" name="Google Shape;380;g3bc777a28f4_3_393:notes"/>
          <p:cNvSpPr/>
          <p:nvPr>
            <p:ph idx="2" type="sldImg"/>
          </p:nvPr>
        </p:nvSpPr>
        <p:spPr>
          <a:xfrm>
            <a:off x="397221" y="685488"/>
            <a:ext cx="606356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 Id="rId3"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 Id="rId3"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g"/><Relationship Id="rId3" Type="http://schemas.openxmlformats.org/officeDocument/2006/relationships/image" Target="../media/image1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_9_image">
  <p:cSld name="Cover_9_image">
    <p:bg>
      <p:bgPr>
        <a:blipFill>
          <a:blip r:embed="rId2">
            <a:alphaModFix/>
          </a:blip>
          <a:stretch>
            <a:fillRect/>
          </a:stretch>
        </a:blipFill>
      </p:bgPr>
    </p:bg>
    <p:spTree>
      <p:nvGrpSpPr>
        <p:cNvPr id="54" name="Shape 54"/>
        <p:cNvGrpSpPr/>
        <p:nvPr/>
      </p:nvGrpSpPr>
      <p:grpSpPr>
        <a:xfrm>
          <a:off x="0" y="0"/>
          <a:ext cx="0" cy="0"/>
          <a:chOff x="0" y="0"/>
          <a:chExt cx="0" cy="0"/>
        </a:xfrm>
      </p:grpSpPr>
      <p:sp>
        <p:nvSpPr>
          <p:cNvPr id="55" name="Google Shape;55;p14"/>
          <p:cNvSpPr txBox="1"/>
          <p:nvPr>
            <p:ph type="ctrTitle"/>
          </p:nvPr>
        </p:nvSpPr>
        <p:spPr>
          <a:xfrm>
            <a:off x="457199" y="1244602"/>
            <a:ext cx="3625898" cy="176117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b="0" i="0" sz="2880" cap="none">
                <a:solidFill>
                  <a:schemeClr val="accent5"/>
                </a:solidFill>
                <a:latin typeface="Georgia"/>
                <a:ea typeface="Georgia"/>
                <a:cs typeface="Georgia"/>
                <a:sym typeface="Georgia"/>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cxnSp>
        <p:nvCxnSpPr>
          <p:cNvPr id="56" name="Google Shape;56;p14"/>
          <p:cNvCxnSpPr/>
          <p:nvPr/>
        </p:nvCxnSpPr>
        <p:spPr>
          <a:xfrm>
            <a:off x="457199" y="3130297"/>
            <a:ext cx="3625898" cy="0"/>
          </a:xfrm>
          <a:prstGeom prst="straightConnector1">
            <a:avLst/>
          </a:prstGeom>
          <a:noFill/>
          <a:ln cap="flat" cmpd="sng" w="9525">
            <a:solidFill>
              <a:schemeClr val="accent5"/>
            </a:solidFill>
            <a:prstDash val="solid"/>
            <a:round/>
            <a:headEnd len="sm" w="sm" type="none"/>
            <a:tailEnd len="sm" w="sm" type="none"/>
          </a:ln>
        </p:spPr>
      </p:cxnSp>
      <p:sp>
        <p:nvSpPr>
          <p:cNvPr id="57" name="Google Shape;57;p14"/>
          <p:cNvSpPr/>
          <p:nvPr>
            <p:ph idx="2" type="pic"/>
          </p:nvPr>
        </p:nvSpPr>
        <p:spPr>
          <a:xfrm>
            <a:off x="4648706" y="346075"/>
            <a:ext cx="4030663" cy="4419591"/>
          </a:xfrm>
          <a:prstGeom prst="rect">
            <a:avLst/>
          </a:prstGeom>
          <a:solidFill>
            <a:srgbClr val="BFBFBF"/>
          </a:solidFill>
          <a:ln>
            <a:noFill/>
          </a:ln>
        </p:spPr>
      </p:sp>
      <p:pic>
        <p:nvPicPr>
          <p:cNvPr id="58" name="Google Shape;58;p14"/>
          <p:cNvPicPr preferRelativeResize="0"/>
          <p:nvPr/>
        </p:nvPicPr>
        <p:blipFill rotWithShape="1">
          <a:blip r:embed="rId3">
            <a:alphaModFix/>
          </a:blip>
          <a:srcRect b="0" l="0" r="0" t="0"/>
          <a:stretch/>
        </p:blipFill>
        <p:spPr>
          <a:xfrm>
            <a:off x="457204" y="346075"/>
            <a:ext cx="1429324" cy="179915"/>
          </a:xfrm>
          <a:prstGeom prst="rect">
            <a:avLst/>
          </a:prstGeom>
          <a:noFill/>
          <a:ln>
            <a:noFill/>
          </a:ln>
        </p:spPr>
      </p:pic>
      <p:sp>
        <p:nvSpPr>
          <p:cNvPr id="59" name="Google Shape;59;p14"/>
          <p:cNvSpPr txBox="1"/>
          <p:nvPr>
            <p:ph idx="1" type="body"/>
          </p:nvPr>
        </p:nvSpPr>
        <p:spPr>
          <a:xfrm>
            <a:off x="457199" y="3254819"/>
            <a:ext cx="3625898" cy="1479998"/>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1080"/>
              <a:buFont typeface="Arial"/>
              <a:buNone/>
              <a:defRPr b="1" sz="1080">
                <a:solidFill>
                  <a:schemeClr val="accent5"/>
                </a:solidFill>
              </a:defRPr>
            </a:lvl1pPr>
            <a:lvl2pPr indent="-228600" lvl="1" marL="914400" algn="l">
              <a:lnSpc>
                <a:spcPct val="100000"/>
              </a:lnSpc>
              <a:spcBef>
                <a:spcPts val="600"/>
              </a:spcBef>
              <a:spcAft>
                <a:spcPts val="0"/>
              </a:spcAft>
              <a:buSzPts val="1080"/>
              <a:buNone/>
              <a:defRPr b="0" sz="1080">
                <a:solidFill>
                  <a:schemeClr val="accent5"/>
                </a:solidFill>
              </a:defRPr>
            </a:lvl2pPr>
            <a:lvl3pPr indent="-228600" lvl="2" marL="1371600" algn="l">
              <a:lnSpc>
                <a:spcPct val="100000"/>
              </a:lnSpc>
              <a:spcBef>
                <a:spcPts val="600"/>
              </a:spcBef>
              <a:spcAft>
                <a:spcPts val="0"/>
              </a:spcAft>
              <a:buSzPts val="1200"/>
              <a:buFont typeface="Arial"/>
              <a:buNone/>
              <a:defRPr b="0">
                <a:solidFill>
                  <a:schemeClr val="accent5"/>
                </a:solidFill>
              </a:defRPr>
            </a:lvl3pPr>
            <a:lvl4pPr indent="-228600" lvl="3" marL="1828800" algn="l">
              <a:lnSpc>
                <a:spcPct val="100000"/>
              </a:lnSpc>
              <a:spcBef>
                <a:spcPts val="600"/>
              </a:spcBef>
              <a:spcAft>
                <a:spcPts val="0"/>
              </a:spcAft>
              <a:buSzPts val="1200"/>
              <a:buFont typeface="Arial"/>
              <a:buNone/>
              <a:defRPr b="0">
                <a:solidFill>
                  <a:schemeClr val="accent5"/>
                </a:solidFill>
              </a:defRPr>
            </a:lvl4pPr>
            <a:lvl5pPr indent="-228600" lvl="4" marL="2286000" algn="l">
              <a:lnSpc>
                <a:spcPct val="100000"/>
              </a:lnSpc>
              <a:spcBef>
                <a:spcPts val="600"/>
              </a:spcBef>
              <a:spcAft>
                <a:spcPts val="0"/>
              </a:spcAft>
              <a:buSzPts val="1200"/>
              <a:buFont typeface="Arial"/>
              <a:buNone/>
              <a:defRPr b="0">
                <a:solidFill>
                  <a:schemeClr val="accent5"/>
                </a:solidFill>
              </a:defRPr>
            </a:lvl5pPr>
            <a:lvl6pPr indent="-228600" lvl="5" marL="2743200" algn="l">
              <a:lnSpc>
                <a:spcPct val="100000"/>
              </a:lnSpc>
              <a:spcBef>
                <a:spcPts val="600"/>
              </a:spcBef>
              <a:spcAft>
                <a:spcPts val="0"/>
              </a:spcAft>
              <a:buClr>
                <a:schemeClr val="accent5"/>
              </a:buClr>
              <a:buSzPts val="1200"/>
              <a:buFont typeface="Arial"/>
              <a:buNone/>
              <a:defRPr b="0">
                <a:solidFill>
                  <a:schemeClr val="accent5"/>
                </a:solidFill>
              </a:defRPr>
            </a:lvl6pPr>
            <a:lvl7pPr indent="-228600" lvl="6" marL="3200400" algn="l">
              <a:lnSpc>
                <a:spcPct val="100000"/>
              </a:lnSpc>
              <a:spcBef>
                <a:spcPts val="600"/>
              </a:spcBef>
              <a:spcAft>
                <a:spcPts val="0"/>
              </a:spcAft>
              <a:buClr>
                <a:schemeClr val="accent5"/>
              </a:buClr>
              <a:buSzPts val="1200"/>
              <a:buFont typeface="Arial"/>
              <a:buNone/>
              <a:defRPr b="0">
                <a:solidFill>
                  <a:schemeClr val="accent5"/>
                </a:solidFill>
              </a:defRPr>
            </a:lvl7pPr>
            <a:lvl8pPr indent="-228600" lvl="7" marL="3657600" algn="l">
              <a:lnSpc>
                <a:spcPct val="100000"/>
              </a:lnSpc>
              <a:spcBef>
                <a:spcPts val="600"/>
              </a:spcBef>
              <a:spcAft>
                <a:spcPts val="0"/>
              </a:spcAft>
              <a:buClr>
                <a:schemeClr val="accent5"/>
              </a:buClr>
              <a:buSzPts val="1200"/>
              <a:buFont typeface="Arial"/>
              <a:buNone/>
              <a:defRPr b="0">
                <a:solidFill>
                  <a:schemeClr val="accent5"/>
                </a:solidFill>
              </a:defRPr>
            </a:lvl8pPr>
            <a:lvl9pPr indent="-228600" lvl="8" marL="4114800" algn="l">
              <a:lnSpc>
                <a:spcPct val="100000"/>
              </a:lnSpc>
              <a:spcBef>
                <a:spcPts val="600"/>
              </a:spcBef>
              <a:spcAft>
                <a:spcPts val="600"/>
              </a:spcAft>
              <a:buClr>
                <a:schemeClr val="accent5"/>
              </a:buClr>
              <a:buSzPts val="1080"/>
              <a:buFont typeface="Arial"/>
              <a:buNone/>
              <a:defRPr b="0" sz="1080">
                <a:solidFill>
                  <a:schemeClr val="accent5"/>
                </a:solidFill>
              </a:defRPr>
            </a:lvl9pPr>
          </a:lstStyle>
          <a:p/>
        </p:txBody>
      </p:sp>
      <p:sp>
        <p:nvSpPr>
          <p:cNvPr id="60" name="Google Shape;60;p14"/>
          <p:cNvSpPr txBox="1"/>
          <p:nvPr>
            <p:ph idx="11" type="ftr"/>
          </p:nvPr>
        </p:nvSpPr>
        <p:spPr>
          <a:xfrm>
            <a:off x="457201" y="4859339"/>
            <a:ext cx="3625897" cy="11776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_3">
  <p:cSld name="Cover_3">
    <p:bg>
      <p:bgPr>
        <a:blipFill>
          <a:blip r:embed="rId2">
            <a:alphaModFix/>
          </a:blip>
          <a:stretch>
            <a:fillRect/>
          </a:stretch>
        </a:blipFill>
      </p:bgPr>
    </p:bg>
    <p:spTree>
      <p:nvGrpSpPr>
        <p:cNvPr id="61" name="Shape 61"/>
        <p:cNvGrpSpPr/>
        <p:nvPr/>
      </p:nvGrpSpPr>
      <p:grpSpPr>
        <a:xfrm>
          <a:off x="0" y="0"/>
          <a:ext cx="0" cy="0"/>
          <a:chOff x="0" y="0"/>
          <a:chExt cx="0" cy="0"/>
        </a:xfrm>
      </p:grpSpPr>
      <p:sp>
        <p:nvSpPr>
          <p:cNvPr id="62" name="Google Shape;62;p15"/>
          <p:cNvSpPr txBox="1"/>
          <p:nvPr>
            <p:ph type="ctrTitle"/>
          </p:nvPr>
        </p:nvSpPr>
        <p:spPr>
          <a:xfrm>
            <a:off x="866204" y="1244601"/>
            <a:ext cx="3572447" cy="136112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b="0" i="0" sz="2880" cap="none">
                <a:solidFill>
                  <a:schemeClr val="accent6"/>
                </a:solidFill>
                <a:latin typeface="Georgia"/>
                <a:ea typeface="Georgia"/>
                <a:cs typeface="Georgia"/>
                <a:sym typeface="Georgia"/>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3" name="Google Shape;63;p15"/>
          <p:cNvSpPr txBox="1"/>
          <p:nvPr>
            <p:ph idx="1" type="body"/>
          </p:nvPr>
        </p:nvSpPr>
        <p:spPr>
          <a:xfrm>
            <a:off x="866204" y="2854769"/>
            <a:ext cx="3572447" cy="1198755"/>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1080"/>
              <a:buFont typeface="Arial"/>
              <a:buNone/>
              <a:defRPr b="1" sz="1080">
                <a:solidFill>
                  <a:schemeClr val="accent5"/>
                </a:solidFill>
              </a:defRPr>
            </a:lvl1pPr>
            <a:lvl2pPr indent="-228600" lvl="1" marL="914400" algn="l">
              <a:lnSpc>
                <a:spcPct val="100000"/>
              </a:lnSpc>
              <a:spcBef>
                <a:spcPts val="600"/>
              </a:spcBef>
              <a:spcAft>
                <a:spcPts val="0"/>
              </a:spcAft>
              <a:buSzPts val="1080"/>
              <a:buNone/>
              <a:defRPr b="0" sz="1080">
                <a:solidFill>
                  <a:schemeClr val="accent5"/>
                </a:solidFill>
              </a:defRPr>
            </a:lvl2pPr>
            <a:lvl3pPr indent="-228600" lvl="2" marL="1371600" algn="l">
              <a:lnSpc>
                <a:spcPct val="100000"/>
              </a:lnSpc>
              <a:spcBef>
                <a:spcPts val="600"/>
              </a:spcBef>
              <a:spcAft>
                <a:spcPts val="0"/>
              </a:spcAft>
              <a:buSzPts val="1200"/>
              <a:buFont typeface="Arial"/>
              <a:buNone/>
              <a:defRPr b="0">
                <a:solidFill>
                  <a:schemeClr val="accent5"/>
                </a:solidFill>
              </a:defRPr>
            </a:lvl3pPr>
            <a:lvl4pPr indent="-228600" lvl="3" marL="1828800" algn="l">
              <a:lnSpc>
                <a:spcPct val="100000"/>
              </a:lnSpc>
              <a:spcBef>
                <a:spcPts val="600"/>
              </a:spcBef>
              <a:spcAft>
                <a:spcPts val="0"/>
              </a:spcAft>
              <a:buSzPts val="1200"/>
              <a:buFont typeface="Arial"/>
              <a:buNone/>
              <a:defRPr b="0">
                <a:solidFill>
                  <a:schemeClr val="accent5"/>
                </a:solidFill>
              </a:defRPr>
            </a:lvl4pPr>
            <a:lvl5pPr indent="-228600" lvl="4" marL="2286000" algn="l">
              <a:lnSpc>
                <a:spcPct val="100000"/>
              </a:lnSpc>
              <a:spcBef>
                <a:spcPts val="600"/>
              </a:spcBef>
              <a:spcAft>
                <a:spcPts val="0"/>
              </a:spcAft>
              <a:buSzPts val="1200"/>
              <a:buFont typeface="Arial"/>
              <a:buNone/>
              <a:defRPr b="0">
                <a:solidFill>
                  <a:schemeClr val="accent5"/>
                </a:solidFill>
              </a:defRPr>
            </a:lvl5pPr>
            <a:lvl6pPr indent="-228600" lvl="5" marL="2743200" algn="l">
              <a:lnSpc>
                <a:spcPct val="100000"/>
              </a:lnSpc>
              <a:spcBef>
                <a:spcPts val="600"/>
              </a:spcBef>
              <a:spcAft>
                <a:spcPts val="0"/>
              </a:spcAft>
              <a:buClr>
                <a:schemeClr val="accent5"/>
              </a:buClr>
              <a:buSzPts val="1200"/>
              <a:buFont typeface="Arial"/>
              <a:buNone/>
              <a:defRPr b="0">
                <a:solidFill>
                  <a:schemeClr val="accent5"/>
                </a:solidFill>
              </a:defRPr>
            </a:lvl6pPr>
            <a:lvl7pPr indent="-228600" lvl="6" marL="3200400" algn="l">
              <a:lnSpc>
                <a:spcPct val="100000"/>
              </a:lnSpc>
              <a:spcBef>
                <a:spcPts val="600"/>
              </a:spcBef>
              <a:spcAft>
                <a:spcPts val="0"/>
              </a:spcAft>
              <a:buClr>
                <a:schemeClr val="accent5"/>
              </a:buClr>
              <a:buSzPts val="1200"/>
              <a:buFont typeface="Arial"/>
              <a:buNone/>
              <a:defRPr b="0">
                <a:solidFill>
                  <a:schemeClr val="accent5"/>
                </a:solidFill>
              </a:defRPr>
            </a:lvl7pPr>
            <a:lvl8pPr indent="-228600" lvl="7" marL="3657600" algn="l">
              <a:lnSpc>
                <a:spcPct val="100000"/>
              </a:lnSpc>
              <a:spcBef>
                <a:spcPts val="600"/>
              </a:spcBef>
              <a:spcAft>
                <a:spcPts val="0"/>
              </a:spcAft>
              <a:buClr>
                <a:schemeClr val="accent5"/>
              </a:buClr>
              <a:buSzPts val="1200"/>
              <a:buFont typeface="Arial"/>
              <a:buNone/>
              <a:defRPr b="0">
                <a:solidFill>
                  <a:schemeClr val="accent5"/>
                </a:solidFill>
              </a:defRPr>
            </a:lvl8pPr>
            <a:lvl9pPr indent="-228600" lvl="8" marL="4114800" algn="l">
              <a:lnSpc>
                <a:spcPct val="100000"/>
              </a:lnSpc>
              <a:spcBef>
                <a:spcPts val="600"/>
              </a:spcBef>
              <a:spcAft>
                <a:spcPts val="600"/>
              </a:spcAft>
              <a:buClr>
                <a:schemeClr val="accent5"/>
              </a:buClr>
              <a:buSzPts val="1080"/>
              <a:buFont typeface="Arial"/>
              <a:buNone/>
              <a:defRPr b="0" sz="1080">
                <a:solidFill>
                  <a:schemeClr val="accent5"/>
                </a:solidFill>
              </a:defRPr>
            </a:lvl9pPr>
          </a:lstStyle>
          <a:p/>
        </p:txBody>
      </p:sp>
      <p:cxnSp>
        <p:nvCxnSpPr>
          <p:cNvPr id="64" name="Google Shape;64;p15"/>
          <p:cNvCxnSpPr/>
          <p:nvPr/>
        </p:nvCxnSpPr>
        <p:spPr>
          <a:xfrm>
            <a:off x="866203" y="2730247"/>
            <a:ext cx="3625898" cy="0"/>
          </a:xfrm>
          <a:prstGeom prst="straightConnector1">
            <a:avLst/>
          </a:prstGeom>
          <a:noFill/>
          <a:ln cap="flat" cmpd="sng" w="9525">
            <a:solidFill>
              <a:schemeClr val="accent5"/>
            </a:solidFill>
            <a:prstDash val="solid"/>
            <a:round/>
            <a:headEnd len="sm" w="sm" type="none"/>
            <a:tailEnd len="sm" w="sm" type="none"/>
          </a:ln>
        </p:spPr>
      </p:cxnSp>
      <p:pic>
        <p:nvPicPr>
          <p:cNvPr id="65" name="Google Shape;65;p15"/>
          <p:cNvPicPr preferRelativeResize="0"/>
          <p:nvPr/>
        </p:nvPicPr>
        <p:blipFill rotWithShape="1">
          <a:blip r:embed="rId3">
            <a:alphaModFix/>
          </a:blip>
          <a:srcRect b="0" l="0" r="0" t="0"/>
          <a:stretch/>
        </p:blipFill>
        <p:spPr>
          <a:xfrm>
            <a:off x="457204" y="346075"/>
            <a:ext cx="1429324" cy="179915"/>
          </a:xfrm>
          <a:prstGeom prst="rect">
            <a:avLst/>
          </a:prstGeom>
          <a:noFill/>
          <a:ln>
            <a:noFill/>
          </a:ln>
        </p:spPr>
      </p:pic>
      <p:sp>
        <p:nvSpPr>
          <p:cNvPr id="66" name="Google Shape;66;p15"/>
          <p:cNvSpPr txBox="1"/>
          <p:nvPr>
            <p:ph idx="11" type="ftr"/>
          </p:nvPr>
        </p:nvSpPr>
        <p:spPr>
          <a:xfrm>
            <a:off x="866203" y="4859339"/>
            <a:ext cx="3572446" cy="11776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solidFill>
                  <a:schemeClr val="lt1"/>
                </a:solidFill>
              </a:defRPr>
            </a:lvl2pPr>
            <a:lvl3pPr lvl="2" algn="l">
              <a:lnSpc>
                <a:spcPct val="100000"/>
              </a:lnSpc>
              <a:spcBef>
                <a:spcPts val="0"/>
              </a:spcBef>
              <a:spcAft>
                <a:spcPts val="0"/>
              </a:spcAft>
              <a:buSzPts val="1400"/>
              <a:buNone/>
              <a:defRPr>
                <a:solidFill>
                  <a:schemeClr val="lt1"/>
                </a:solidFill>
              </a:defRPr>
            </a:lvl3pPr>
            <a:lvl4pPr lvl="3" algn="l">
              <a:lnSpc>
                <a:spcPct val="100000"/>
              </a:lnSpc>
              <a:spcBef>
                <a:spcPts val="0"/>
              </a:spcBef>
              <a:spcAft>
                <a:spcPts val="0"/>
              </a:spcAft>
              <a:buSzPts val="1400"/>
              <a:buNone/>
              <a:defRPr>
                <a:solidFill>
                  <a:schemeClr val="lt1"/>
                </a:solidFill>
              </a:defRPr>
            </a:lvl4pPr>
            <a:lvl5pPr lvl="4" algn="l">
              <a:lnSpc>
                <a:spcPct val="100000"/>
              </a:lnSpc>
              <a:spcBef>
                <a:spcPts val="0"/>
              </a:spcBef>
              <a:spcAft>
                <a:spcPts val="0"/>
              </a:spcAft>
              <a:buSzPts val="1400"/>
              <a:buNone/>
              <a:defRPr>
                <a:solidFill>
                  <a:schemeClr val="lt1"/>
                </a:solidFill>
              </a:defRPr>
            </a:lvl5pPr>
            <a:lvl6pPr lvl="5" algn="l">
              <a:lnSpc>
                <a:spcPct val="100000"/>
              </a:lnSpc>
              <a:spcBef>
                <a:spcPts val="0"/>
              </a:spcBef>
              <a:spcAft>
                <a:spcPts val="0"/>
              </a:spcAft>
              <a:buSzPts val="1400"/>
              <a:buNone/>
              <a:defRPr>
                <a:solidFill>
                  <a:schemeClr val="lt1"/>
                </a:solidFill>
              </a:defRPr>
            </a:lvl6pPr>
            <a:lvl7pPr lvl="6" algn="l">
              <a:lnSpc>
                <a:spcPct val="100000"/>
              </a:lnSpc>
              <a:spcBef>
                <a:spcPts val="0"/>
              </a:spcBef>
              <a:spcAft>
                <a:spcPts val="0"/>
              </a:spcAft>
              <a:buSzPts val="1400"/>
              <a:buNone/>
              <a:defRPr>
                <a:solidFill>
                  <a:schemeClr val="lt1"/>
                </a:solidFill>
              </a:defRPr>
            </a:lvl7pPr>
            <a:lvl8pPr lvl="7" algn="l">
              <a:lnSpc>
                <a:spcPct val="100000"/>
              </a:lnSpc>
              <a:spcBef>
                <a:spcPts val="0"/>
              </a:spcBef>
              <a:spcAft>
                <a:spcPts val="0"/>
              </a:spcAft>
              <a:buSzPts val="1400"/>
              <a:buNone/>
              <a:defRPr>
                <a:solidFill>
                  <a:schemeClr val="lt1"/>
                </a:solidFill>
              </a:defRPr>
            </a:lvl8pPr>
            <a:lvl9pPr lvl="8" algn="l">
              <a:lnSpc>
                <a:spcPct val="100000"/>
              </a:lnSpc>
              <a:spcBef>
                <a:spcPts val="0"/>
              </a:spcBef>
              <a:spcAft>
                <a:spcPts val="0"/>
              </a:spcAft>
              <a:buSzPts val="1400"/>
              <a:buNone/>
              <a:defRPr>
                <a:solidFill>
                  <a:schemeClr val="lt1"/>
                </a:solidFill>
              </a:defRPr>
            </a:lvl9pPr>
          </a:lstStyle>
          <a:p/>
        </p:txBody>
      </p:sp>
      <p:sp>
        <p:nvSpPr>
          <p:cNvPr id="67" name="Google Shape;67;p15"/>
          <p:cNvSpPr txBox="1"/>
          <p:nvPr/>
        </p:nvSpPr>
        <p:spPr>
          <a:xfrm>
            <a:off x="3286340" y="275008"/>
            <a:ext cx="0" cy="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80"/>
              <a:buFont typeface="Calibri"/>
              <a:buNone/>
            </a:pPr>
            <a:r>
              <a:t/>
            </a:r>
            <a:endParaRPr b="0" i="0" sz="1080" u="none" cap="none" strike="noStrike">
              <a:solidFill>
                <a:schemeClr val="dk1"/>
              </a:solidFill>
              <a:latin typeface="Arial"/>
              <a:ea typeface="Arial"/>
              <a:cs typeface="Arial"/>
              <a:sym typeface="Arial"/>
            </a:endParaRPr>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_2">
  <p:cSld name="Cover_2">
    <p:bg>
      <p:bgPr>
        <a:blipFill>
          <a:blip r:embed="rId2">
            <a:alphaModFix/>
          </a:blip>
          <a:stretch>
            <a:fillRect/>
          </a:stretch>
        </a:blipFill>
      </p:bgPr>
    </p:bg>
    <p:spTree>
      <p:nvGrpSpPr>
        <p:cNvPr id="68" name="Shape 68"/>
        <p:cNvGrpSpPr/>
        <p:nvPr/>
      </p:nvGrpSpPr>
      <p:grpSpPr>
        <a:xfrm>
          <a:off x="0" y="0"/>
          <a:ext cx="0" cy="0"/>
          <a:chOff x="0" y="0"/>
          <a:chExt cx="0" cy="0"/>
        </a:xfrm>
      </p:grpSpPr>
      <p:sp>
        <p:nvSpPr>
          <p:cNvPr id="69" name="Google Shape;69;p16"/>
          <p:cNvSpPr txBox="1"/>
          <p:nvPr>
            <p:ph type="ctrTitle"/>
          </p:nvPr>
        </p:nvSpPr>
        <p:spPr>
          <a:xfrm>
            <a:off x="866205" y="1244601"/>
            <a:ext cx="3572447" cy="136112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b="0" i="0" sz="2880" cap="none">
                <a:solidFill>
                  <a:schemeClr val="accent6"/>
                </a:solidFill>
                <a:latin typeface="Georgia"/>
                <a:ea typeface="Georgia"/>
                <a:cs typeface="Georgia"/>
                <a:sym typeface="Georgia"/>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0" name="Google Shape;70;p16"/>
          <p:cNvSpPr txBox="1"/>
          <p:nvPr>
            <p:ph idx="1" type="body"/>
          </p:nvPr>
        </p:nvSpPr>
        <p:spPr>
          <a:xfrm>
            <a:off x="866205" y="2854769"/>
            <a:ext cx="3572447" cy="1198755"/>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1080"/>
              <a:buFont typeface="Arial"/>
              <a:buNone/>
              <a:defRPr b="1" sz="1080">
                <a:solidFill>
                  <a:schemeClr val="accent5"/>
                </a:solidFill>
              </a:defRPr>
            </a:lvl1pPr>
            <a:lvl2pPr indent="-228600" lvl="1" marL="914400" algn="l">
              <a:lnSpc>
                <a:spcPct val="100000"/>
              </a:lnSpc>
              <a:spcBef>
                <a:spcPts val="600"/>
              </a:spcBef>
              <a:spcAft>
                <a:spcPts val="0"/>
              </a:spcAft>
              <a:buSzPts val="1080"/>
              <a:buNone/>
              <a:defRPr b="0" sz="1080">
                <a:solidFill>
                  <a:schemeClr val="accent5"/>
                </a:solidFill>
              </a:defRPr>
            </a:lvl2pPr>
            <a:lvl3pPr indent="-228600" lvl="2" marL="1371600" algn="l">
              <a:lnSpc>
                <a:spcPct val="100000"/>
              </a:lnSpc>
              <a:spcBef>
                <a:spcPts val="600"/>
              </a:spcBef>
              <a:spcAft>
                <a:spcPts val="0"/>
              </a:spcAft>
              <a:buSzPts val="1200"/>
              <a:buFont typeface="Arial"/>
              <a:buNone/>
              <a:defRPr b="0">
                <a:solidFill>
                  <a:schemeClr val="accent5"/>
                </a:solidFill>
              </a:defRPr>
            </a:lvl3pPr>
            <a:lvl4pPr indent="-228600" lvl="3" marL="1828800" algn="l">
              <a:lnSpc>
                <a:spcPct val="100000"/>
              </a:lnSpc>
              <a:spcBef>
                <a:spcPts val="600"/>
              </a:spcBef>
              <a:spcAft>
                <a:spcPts val="0"/>
              </a:spcAft>
              <a:buSzPts val="1200"/>
              <a:buFont typeface="Arial"/>
              <a:buNone/>
              <a:defRPr b="0">
                <a:solidFill>
                  <a:schemeClr val="accent5"/>
                </a:solidFill>
              </a:defRPr>
            </a:lvl4pPr>
            <a:lvl5pPr indent="-228600" lvl="4" marL="2286000" algn="l">
              <a:lnSpc>
                <a:spcPct val="100000"/>
              </a:lnSpc>
              <a:spcBef>
                <a:spcPts val="600"/>
              </a:spcBef>
              <a:spcAft>
                <a:spcPts val="0"/>
              </a:spcAft>
              <a:buSzPts val="1200"/>
              <a:buFont typeface="Arial"/>
              <a:buNone/>
              <a:defRPr b="0">
                <a:solidFill>
                  <a:schemeClr val="accent5"/>
                </a:solidFill>
              </a:defRPr>
            </a:lvl5pPr>
            <a:lvl6pPr indent="-228600" lvl="5" marL="2743200" algn="l">
              <a:lnSpc>
                <a:spcPct val="100000"/>
              </a:lnSpc>
              <a:spcBef>
                <a:spcPts val="600"/>
              </a:spcBef>
              <a:spcAft>
                <a:spcPts val="0"/>
              </a:spcAft>
              <a:buClr>
                <a:schemeClr val="accent5"/>
              </a:buClr>
              <a:buSzPts val="1200"/>
              <a:buFont typeface="Arial"/>
              <a:buNone/>
              <a:defRPr b="0">
                <a:solidFill>
                  <a:schemeClr val="accent5"/>
                </a:solidFill>
              </a:defRPr>
            </a:lvl6pPr>
            <a:lvl7pPr indent="-228600" lvl="6" marL="3200400" algn="l">
              <a:lnSpc>
                <a:spcPct val="100000"/>
              </a:lnSpc>
              <a:spcBef>
                <a:spcPts val="600"/>
              </a:spcBef>
              <a:spcAft>
                <a:spcPts val="0"/>
              </a:spcAft>
              <a:buClr>
                <a:schemeClr val="accent5"/>
              </a:buClr>
              <a:buSzPts val="1200"/>
              <a:buFont typeface="Arial"/>
              <a:buNone/>
              <a:defRPr b="0">
                <a:solidFill>
                  <a:schemeClr val="accent5"/>
                </a:solidFill>
              </a:defRPr>
            </a:lvl7pPr>
            <a:lvl8pPr indent="-228600" lvl="7" marL="3657600" algn="l">
              <a:lnSpc>
                <a:spcPct val="100000"/>
              </a:lnSpc>
              <a:spcBef>
                <a:spcPts val="600"/>
              </a:spcBef>
              <a:spcAft>
                <a:spcPts val="0"/>
              </a:spcAft>
              <a:buClr>
                <a:schemeClr val="accent5"/>
              </a:buClr>
              <a:buSzPts val="1200"/>
              <a:buFont typeface="Arial"/>
              <a:buNone/>
              <a:defRPr b="0">
                <a:solidFill>
                  <a:schemeClr val="accent5"/>
                </a:solidFill>
              </a:defRPr>
            </a:lvl8pPr>
            <a:lvl9pPr indent="-228600" lvl="8" marL="4114800" algn="l">
              <a:lnSpc>
                <a:spcPct val="100000"/>
              </a:lnSpc>
              <a:spcBef>
                <a:spcPts val="600"/>
              </a:spcBef>
              <a:spcAft>
                <a:spcPts val="600"/>
              </a:spcAft>
              <a:buClr>
                <a:schemeClr val="accent5"/>
              </a:buClr>
              <a:buSzPts val="1080"/>
              <a:buFont typeface="Arial"/>
              <a:buNone/>
              <a:defRPr b="0" sz="1080">
                <a:solidFill>
                  <a:schemeClr val="accent5"/>
                </a:solidFill>
              </a:defRPr>
            </a:lvl9pPr>
          </a:lstStyle>
          <a:p/>
        </p:txBody>
      </p:sp>
      <p:cxnSp>
        <p:nvCxnSpPr>
          <p:cNvPr id="71" name="Google Shape;71;p16"/>
          <p:cNvCxnSpPr/>
          <p:nvPr/>
        </p:nvCxnSpPr>
        <p:spPr>
          <a:xfrm>
            <a:off x="866203" y="2730247"/>
            <a:ext cx="3625898" cy="0"/>
          </a:xfrm>
          <a:prstGeom prst="straightConnector1">
            <a:avLst/>
          </a:prstGeom>
          <a:noFill/>
          <a:ln cap="flat" cmpd="sng" w="9525">
            <a:solidFill>
              <a:schemeClr val="accent5"/>
            </a:solidFill>
            <a:prstDash val="solid"/>
            <a:round/>
            <a:headEnd len="sm" w="sm" type="none"/>
            <a:tailEnd len="sm" w="sm" type="none"/>
          </a:ln>
        </p:spPr>
      </p:cxnSp>
      <p:pic>
        <p:nvPicPr>
          <p:cNvPr id="72" name="Google Shape;72;p16"/>
          <p:cNvPicPr preferRelativeResize="0"/>
          <p:nvPr/>
        </p:nvPicPr>
        <p:blipFill rotWithShape="1">
          <a:blip r:embed="rId3">
            <a:alphaModFix/>
          </a:blip>
          <a:srcRect b="0" l="0" r="0" t="0"/>
          <a:stretch/>
        </p:blipFill>
        <p:spPr>
          <a:xfrm>
            <a:off x="457204" y="346075"/>
            <a:ext cx="1429324" cy="179915"/>
          </a:xfrm>
          <a:prstGeom prst="rect">
            <a:avLst/>
          </a:prstGeom>
          <a:noFill/>
          <a:ln>
            <a:noFill/>
          </a:ln>
        </p:spPr>
      </p:pic>
      <p:sp>
        <p:nvSpPr>
          <p:cNvPr id="73" name="Google Shape;73;p16"/>
          <p:cNvSpPr txBox="1"/>
          <p:nvPr>
            <p:ph idx="11" type="ftr"/>
          </p:nvPr>
        </p:nvSpPr>
        <p:spPr>
          <a:xfrm>
            <a:off x="866203" y="4859339"/>
            <a:ext cx="3572446" cy="11776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solidFill>
                  <a:schemeClr val="lt1"/>
                </a:solidFill>
              </a:defRPr>
            </a:lvl2pPr>
            <a:lvl3pPr lvl="2" algn="l">
              <a:lnSpc>
                <a:spcPct val="100000"/>
              </a:lnSpc>
              <a:spcBef>
                <a:spcPts val="0"/>
              </a:spcBef>
              <a:spcAft>
                <a:spcPts val="0"/>
              </a:spcAft>
              <a:buSzPts val="1400"/>
              <a:buNone/>
              <a:defRPr>
                <a:solidFill>
                  <a:schemeClr val="lt1"/>
                </a:solidFill>
              </a:defRPr>
            </a:lvl3pPr>
            <a:lvl4pPr lvl="3" algn="l">
              <a:lnSpc>
                <a:spcPct val="100000"/>
              </a:lnSpc>
              <a:spcBef>
                <a:spcPts val="0"/>
              </a:spcBef>
              <a:spcAft>
                <a:spcPts val="0"/>
              </a:spcAft>
              <a:buSzPts val="1400"/>
              <a:buNone/>
              <a:defRPr>
                <a:solidFill>
                  <a:schemeClr val="lt1"/>
                </a:solidFill>
              </a:defRPr>
            </a:lvl4pPr>
            <a:lvl5pPr lvl="4" algn="l">
              <a:lnSpc>
                <a:spcPct val="100000"/>
              </a:lnSpc>
              <a:spcBef>
                <a:spcPts val="0"/>
              </a:spcBef>
              <a:spcAft>
                <a:spcPts val="0"/>
              </a:spcAft>
              <a:buSzPts val="1400"/>
              <a:buNone/>
              <a:defRPr>
                <a:solidFill>
                  <a:schemeClr val="lt1"/>
                </a:solidFill>
              </a:defRPr>
            </a:lvl5pPr>
            <a:lvl6pPr lvl="5" algn="l">
              <a:lnSpc>
                <a:spcPct val="100000"/>
              </a:lnSpc>
              <a:spcBef>
                <a:spcPts val="0"/>
              </a:spcBef>
              <a:spcAft>
                <a:spcPts val="0"/>
              </a:spcAft>
              <a:buSzPts val="1400"/>
              <a:buNone/>
              <a:defRPr>
                <a:solidFill>
                  <a:schemeClr val="lt1"/>
                </a:solidFill>
              </a:defRPr>
            </a:lvl6pPr>
            <a:lvl7pPr lvl="6" algn="l">
              <a:lnSpc>
                <a:spcPct val="100000"/>
              </a:lnSpc>
              <a:spcBef>
                <a:spcPts val="0"/>
              </a:spcBef>
              <a:spcAft>
                <a:spcPts val="0"/>
              </a:spcAft>
              <a:buSzPts val="1400"/>
              <a:buNone/>
              <a:defRPr>
                <a:solidFill>
                  <a:schemeClr val="lt1"/>
                </a:solidFill>
              </a:defRPr>
            </a:lvl7pPr>
            <a:lvl8pPr lvl="7" algn="l">
              <a:lnSpc>
                <a:spcPct val="100000"/>
              </a:lnSpc>
              <a:spcBef>
                <a:spcPts val="0"/>
              </a:spcBef>
              <a:spcAft>
                <a:spcPts val="0"/>
              </a:spcAft>
              <a:buSzPts val="1400"/>
              <a:buNone/>
              <a:defRPr>
                <a:solidFill>
                  <a:schemeClr val="lt1"/>
                </a:solidFill>
              </a:defRPr>
            </a:lvl8pPr>
            <a:lvl9pPr lvl="8" algn="l">
              <a:lnSpc>
                <a:spcPct val="100000"/>
              </a:lnSpc>
              <a:spcBef>
                <a:spcPts val="0"/>
              </a:spcBef>
              <a:spcAft>
                <a:spcPts val="0"/>
              </a:spcAft>
              <a:buSzPts val="1400"/>
              <a:buNone/>
              <a:defRPr>
                <a:solidFill>
                  <a:schemeClr val="lt1"/>
                </a:solidFill>
              </a:defRPr>
            </a:lvl9pPr>
          </a:lstStyle>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blipFill>
          <a:blip r:embed="rId2">
            <a:alphaModFix/>
          </a:blip>
          <a:stretch>
            <a:fillRect/>
          </a:stretch>
        </a:blipFill>
      </p:bgPr>
    </p:bg>
    <p:spTree>
      <p:nvGrpSpPr>
        <p:cNvPr id="74" name="Shape 74"/>
        <p:cNvGrpSpPr/>
        <p:nvPr/>
      </p:nvGrpSpPr>
      <p:grpSpPr>
        <a:xfrm>
          <a:off x="0" y="0"/>
          <a:ext cx="0" cy="0"/>
          <a:chOff x="0" y="0"/>
          <a:chExt cx="0" cy="0"/>
        </a:xfrm>
      </p:grpSpPr>
      <p:sp>
        <p:nvSpPr>
          <p:cNvPr id="75" name="Google Shape;75;p17"/>
          <p:cNvSpPr/>
          <p:nvPr/>
        </p:nvSpPr>
        <p:spPr>
          <a:xfrm>
            <a:off x="3245224" y="584200"/>
            <a:ext cx="5438400" cy="411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t/>
            </a:r>
            <a:endParaRPr b="0" i="0" sz="800" u="none" cap="none" strike="noStrike">
              <a:solidFill>
                <a:schemeClr val="lt1"/>
              </a:solidFill>
              <a:latin typeface="Calibri"/>
              <a:ea typeface="Calibri"/>
              <a:cs typeface="Calibri"/>
              <a:sym typeface="Calibri"/>
            </a:endParaRPr>
          </a:p>
        </p:txBody>
      </p:sp>
      <p:sp>
        <p:nvSpPr>
          <p:cNvPr id="76" name="Google Shape;76;p17"/>
          <p:cNvSpPr txBox="1"/>
          <p:nvPr>
            <p:ph type="ctrTitle"/>
          </p:nvPr>
        </p:nvSpPr>
        <p:spPr>
          <a:xfrm>
            <a:off x="457200" y="419100"/>
            <a:ext cx="2562225" cy="825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b="0" i="0" sz="3200" cap="none">
                <a:solidFill>
                  <a:schemeClr val="accent5"/>
                </a:solidFill>
                <a:latin typeface="Georgia"/>
                <a:ea typeface="Georgia"/>
                <a:cs typeface="Georgia"/>
                <a:sym typeface="Georgia"/>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7" name="Google Shape;77;p17"/>
          <p:cNvSpPr txBox="1"/>
          <p:nvPr>
            <p:ph idx="1" type="body"/>
          </p:nvPr>
        </p:nvSpPr>
        <p:spPr>
          <a:xfrm>
            <a:off x="3290888" y="836614"/>
            <a:ext cx="5392737" cy="3862387"/>
          </a:xfrm>
          <a:prstGeom prst="rect">
            <a:avLst/>
          </a:prstGeom>
          <a:noFill/>
          <a:ln>
            <a:noFill/>
          </a:ln>
        </p:spPr>
        <p:txBody>
          <a:bodyPr anchorCtr="0" anchor="t" bIns="457200" lIns="457200" spcFirstLastPara="1" rIns="457200" wrap="square" tIns="182875">
            <a:noAutofit/>
          </a:bodyPr>
          <a:lstStyle>
            <a:lvl1pPr indent="-317500" lvl="0" marL="457200" algn="l">
              <a:lnSpc>
                <a:spcPct val="150000"/>
              </a:lnSpc>
              <a:spcBef>
                <a:spcPts val="0"/>
              </a:spcBef>
              <a:spcAft>
                <a:spcPts val="0"/>
              </a:spcAft>
              <a:buClr>
                <a:schemeClr val="accent6"/>
              </a:buClr>
              <a:buSzPts val="1400"/>
              <a:buFont typeface="Arial"/>
              <a:buAutoNum type="arabicPeriod"/>
              <a:defRPr b="0" sz="1400">
                <a:solidFill>
                  <a:schemeClr val="accent5"/>
                </a:solidFill>
              </a:defRPr>
            </a:lvl1pPr>
            <a:lvl2pPr indent="-317500" lvl="1" marL="914400" algn="l">
              <a:lnSpc>
                <a:spcPct val="150000"/>
              </a:lnSpc>
              <a:spcBef>
                <a:spcPts val="600"/>
              </a:spcBef>
              <a:spcAft>
                <a:spcPts val="0"/>
              </a:spcAft>
              <a:buClr>
                <a:schemeClr val="accent6"/>
              </a:buClr>
              <a:buSzPts val="1400"/>
              <a:buFont typeface="Arial"/>
              <a:buAutoNum type="arabicPeriod"/>
              <a:defRPr b="0" sz="1400">
                <a:solidFill>
                  <a:schemeClr val="accent5"/>
                </a:solidFill>
              </a:defRPr>
            </a:lvl2pPr>
            <a:lvl3pPr indent="-317500" lvl="2" marL="1371600" algn="l">
              <a:lnSpc>
                <a:spcPct val="150000"/>
              </a:lnSpc>
              <a:spcBef>
                <a:spcPts val="600"/>
              </a:spcBef>
              <a:spcAft>
                <a:spcPts val="0"/>
              </a:spcAft>
              <a:buClr>
                <a:schemeClr val="accent6"/>
              </a:buClr>
              <a:buSzPts val="1400"/>
              <a:buFont typeface="Arial"/>
              <a:buAutoNum type="arabicPeriod"/>
              <a:defRPr b="0" sz="1400">
                <a:solidFill>
                  <a:schemeClr val="accent5"/>
                </a:solidFill>
              </a:defRPr>
            </a:lvl3pPr>
            <a:lvl4pPr indent="-317500" lvl="3" marL="1828800" algn="l">
              <a:lnSpc>
                <a:spcPct val="150000"/>
              </a:lnSpc>
              <a:spcBef>
                <a:spcPts val="600"/>
              </a:spcBef>
              <a:spcAft>
                <a:spcPts val="0"/>
              </a:spcAft>
              <a:buClr>
                <a:schemeClr val="accent6"/>
              </a:buClr>
              <a:buSzPts val="1400"/>
              <a:buFont typeface="Arial"/>
              <a:buAutoNum type="arabicPeriod"/>
              <a:defRPr b="0" sz="1400">
                <a:solidFill>
                  <a:schemeClr val="accent5"/>
                </a:solidFill>
              </a:defRPr>
            </a:lvl4pPr>
            <a:lvl5pPr indent="-228600" lvl="4" marL="2286000" algn="l">
              <a:lnSpc>
                <a:spcPct val="100000"/>
              </a:lnSpc>
              <a:spcBef>
                <a:spcPts val="600"/>
              </a:spcBef>
              <a:spcAft>
                <a:spcPts val="0"/>
              </a:spcAft>
              <a:buSzPts val="1200"/>
              <a:buFont typeface="Arial"/>
              <a:buNone/>
              <a:defRPr b="1">
                <a:solidFill>
                  <a:schemeClr val="accent5"/>
                </a:solidFill>
              </a:defRPr>
            </a:lvl5pPr>
            <a:lvl6pPr indent="-228600" lvl="5" marL="2743200" algn="l">
              <a:lnSpc>
                <a:spcPct val="100000"/>
              </a:lnSpc>
              <a:spcBef>
                <a:spcPts val="600"/>
              </a:spcBef>
              <a:spcAft>
                <a:spcPts val="0"/>
              </a:spcAft>
              <a:buClr>
                <a:schemeClr val="accent5"/>
              </a:buClr>
              <a:buSzPts val="1200"/>
              <a:buFont typeface="Arial"/>
              <a:buNone/>
              <a:defRPr b="1">
                <a:solidFill>
                  <a:schemeClr val="accent5"/>
                </a:solidFill>
              </a:defRPr>
            </a:lvl6pPr>
            <a:lvl7pPr indent="-228600" lvl="6" marL="3200400" algn="l">
              <a:lnSpc>
                <a:spcPct val="100000"/>
              </a:lnSpc>
              <a:spcBef>
                <a:spcPts val="600"/>
              </a:spcBef>
              <a:spcAft>
                <a:spcPts val="0"/>
              </a:spcAft>
              <a:buClr>
                <a:schemeClr val="accent5"/>
              </a:buClr>
              <a:buSzPts val="1200"/>
              <a:buFont typeface="Arial"/>
              <a:buNone/>
              <a:defRPr b="1">
                <a:solidFill>
                  <a:schemeClr val="accent5"/>
                </a:solidFill>
              </a:defRPr>
            </a:lvl7pPr>
            <a:lvl8pPr indent="-228600" lvl="7" marL="3657600" algn="l">
              <a:lnSpc>
                <a:spcPct val="100000"/>
              </a:lnSpc>
              <a:spcBef>
                <a:spcPts val="600"/>
              </a:spcBef>
              <a:spcAft>
                <a:spcPts val="0"/>
              </a:spcAft>
              <a:buClr>
                <a:schemeClr val="accent5"/>
              </a:buClr>
              <a:buSzPts val="1200"/>
              <a:buFont typeface="Arial"/>
              <a:buNone/>
              <a:defRPr b="1">
                <a:solidFill>
                  <a:schemeClr val="accent5"/>
                </a:solidFill>
              </a:defRPr>
            </a:lvl8pPr>
            <a:lvl9pPr indent="-228600" lvl="8" marL="4114800" algn="l">
              <a:lnSpc>
                <a:spcPct val="100000"/>
              </a:lnSpc>
              <a:spcBef>
                <a:spcPts val="600"/>
              </a:spcBef>
              <a:spcAft>
                <a:spcPts val="600"/>
              </a:spcAft>
              <a:buClr>
                <a:schemeClr val="accent5"/>
              </a:buClr>
              <a:buSzPts val="1200"/>
              <a:buFont typeface="Arial"/>
              <a:buNone/>
              <a:defRPr sz="1200">
                <a:solidFill>
                  <a:schemeClr val="accent5"/>
                </a:solidFill>
              </a:defRPr>
            </a:lvl9pPr>
          </a:lstStyle>
          <a:p/>
        </p:txBody>
      </p:sp>
      <p:pic>
        <p:nvPicPr>
          <p:cNvPr id="78" name="Google Shape;78;p17"/>
          <p:cNvPicPr preferRelativeResize="0"/>
          <p:nvPr/>
        </p:nvPicPr>
        <p:blipFill rotWithShape="1">
          <a:blip r:embed="rId3">
            <a:alphaModFix/>
          </a:blip>
          <a:srcRect b="0" l="0" r="0" t="0"/>
          <a:stretch/>
        </p:blipFill>
        <p:spPr>
          <a:xfrm>
            <a:off x="457204" y="4845716"/>
            <a:ext cx="1054092" cy="132683"/>
          </a:xfrm>
          <a:prstGeom prst="rect">
            <a:avLst/>
          </a:prstGeom>
          <a:noFill/>
          <a:ln>
            <a:noFill/>
          </a:ln>
        </p:spPr>
      </p:pic>
      <p:sp>
        <p:nvSpPr>
          <p:cNvPr id="79" name="Google Shape;79;p17"/>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solidFill>
                  <a:schemeClr val="lt1"/>
                </a:solidFill>
              </a:defRPr>
            </a:lvl1pPr>
            <a:lvl2pPr lvl="1" algn="r">
              <a:lnSpc>
                <a:spcPct val="100000"/>
              </a:lnSpc>
              <a:spcBef>
                <a:spcPts val="0"/>
              </a:spcBef>
              <a:spcAft>
                <a:spcPts val="0"/>
              </a:spcAft>
              <a:buSzPts val="1400"/>
              <a:buNone/>
              <a:defRPr>
                <a:solidFill>
                  <a:schemeClr val="lt1"/>
                </a:solidFill>
              </a:defRPr>
            </a:lvl2pPr>
            <a:lvl3pPr lvl="2" algn="r">
              <a:lnSpc>
                <a:spcPct val="100000"/>
              </a:lnSpc>
              <a:spcBef>
                <a:spcPts val="0"/>
              </a:spcBef>
              <a:spcAft>
                <a:spcPts val="0"/>
              </a:spcAft>
              <a:buSzPts val="1400"/>
              <a:buNone/>
              <a:defRPr>
                <a:solidFill>
                  <a:schemeClr val="lt1"/>
                </a:solidFill>
              </a:defRPr>
            </a:lvl3pPr>
            <a:lvl4pPr lvl="3" algn="r">
              <a:lnSpc>
                <a:spcPct val="100000"/>
              </a:lnSpc>
              <a:spcBef>
                <a:spcPts val="0"/>
              </a:spcBef>
              <a:spcAft>
                <a:spcPts val="0"/>
              </a:spcAft>
              <a:buSzPts val="1400"/>
              <a:buNone/>
              <a:defRPr>
                <a:solidFill>
                  <a:schemeClr val="lt1"/>
                </a:solidFill>
              </a:defRPr>
            </a:lvl4pPr>
            <a:lvl5pPr lvl="4" algn="r">
              <a:lnSpc>
                <a:spcPct val="100000"/>
              </a:lnSpc>
              <a:spcBef>
                <a:spcPts val="0"/>
              </a:spcBef>
              <a:spcAft>
                <a:spcPts val="0"/>
              </a:spcAft>
              <a:buSzPts val="1400"/>
              <a:buNone/>
              <a:defRPr>
                <a:solidFill>
                  <a:schemeClr val="lt1"/>
                </a:solidFill>
              </a:defRPr>
            </a:lvl5pPr>
            <a:lvl6pPr lvl="5" algn="r">
              <a:lnSpc>
                <a:spcPct val="100000"/>
              </a:lnSpc>
              <a:spcBef>
                <a:spcPts val="0"/>
              </a:spcBef>
              <a:spcAft>
                <a:spcPts val="0"/>
              </a:spcAft>
              <a:buSzPts val="1400"/>
              <a:buNone/>
              <a:defRPr>
                <a:solidFill>
                  <a:schemeClr val="lt1"/>
                </a:solidFill>
              </a:defRPr>
            </a:lvl6pPr>
            <a:lvl7pPr lvl="6" algn="r">
              <a:lnSpc>
                <a:spcPct val="100000"/>
              </a:lnSpc>
              <a:spcBef>
                <a:spcPts val="0"/>
              </a:spcBef>
              <a:spcAft>
                <a:spcPts val="0"/>
              </a:spcAft>
              <a:buSzPts val="1400"/>
              <a:buNone/>
              <a:defRPr>
                <a:solidFill>
                  <a:schemeClr val="lt1"/>
                </a:solidFill>
              </a:defRPr>
            </a:lvl7pPr>
            <a:lvl8pPr lvl="7" algn="r">
              <a:lnSpc>
                <a:spcPct val="100000"/>
              </a:lnSpc>
              <a:spcBef>
                <a:spcPts val="0"/>
              </a:spcBef>
              <a:spcAft>
                <a:spcPts val="0"/>
              </a:spcAft>
              <a:buSzPts val="1400"/>
              <a:buNone/>
              <a:defRPr>
                <a:solidFill>
                  <a:schemeClr val="lt1"/>
                </a:solidFill>
              </a:defRPr>
            </a:lvl8pPr>
            <a:lvl9pPr lvl="8" algn="r">
              <a:lnSpc>
                <a:spcPct val="100000"/>
              </a:lnSpc>
              <a:spcBef>
                <a:spcPts val="0"/>
              </a:spcBef>
              <a:spcAft>
                <a:spcPts val="0"/>
              </a:spcAft>
              <a:buSzPts val="1400"/>
              <a:buNone/>
              <a:defRPr>
                <a:solidFill>
                  <a:schemeClr val="lt1"/>
                </a:solidFill>
              </a:defRPr>
            </a:lvl9pPr>
          </a:lstStyle>
          <a:p/>
        </p:txBody>
      </p:sp>
      <p:sp>
        <p:nvSpPr>
          <p:cNvPr id="80" name="Google Shape;80;p17"/>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600"/>
              <a:buFont typeface="Arial"/>
              <a:buNone/>
            </a:pPr>
            <a:fld id="{00000000-1234-1234-1234-123412341234}" type="slidenum">
              <a:rPr b="0" i="0" lang="en"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s">
  <p:cSld name="Dividers">
    <p:bg>
      <p:bgPr>
        <a:blipFill>
          <a:blip r:embed="rId2">
            <a:alphaModFix/>
          </a:blip>
          <a:stretch>
            <a:fillRect/>
          </a:stretch>
        </a:blipFill>
      </p:bgPr>
    </p:bg>
    <p:spTree>
      <p:nvGrpSpPr>
        <p:cNvPr id="81" name="Shape 81"/>
        <p:cNvGrpSpPr/>
        <p:nvPr/>
      </p:nvGrpSpPr>
      <p:grpSpPr>
        <a:xfrm>
          <a:off x="0" y="0"/>
          <a:ext cx="0" cy="0"/>
          <a:chOff x="0" y="0"/>
          <a:chExt cx="0" cy="0"/>
        </a:xfrm>
      </p:grpSpPr>
      <p:pic>
        <p:nvPicPr>
          <p:cNvPr id="82" name="Google Shape;82;p18"/>
          <p:cNvPicPr preferRelativeResize="0"/>
          <p:nvPr/>
        </p:nvPicPr>
        <p:blipFill rotWithShape="1">
          <a:blip r:embed="rId3">
            <a:alphaModFix/>
          </a:blip>
          <a:srcRect b="0" l="0" r="0" t="0"/>
          <a:stretch/>
        </p:blipFill>
        <p:spPr>
          <a:xfrm>
            <a:off x="0" y="-1"/>
            <a:ext cx="9144000" cy="5143500"/>
          </a:xfrm>
          <a:prstGeom prst="rect">
            <a:avLst/>
          </a:prstGeom>
          <a:noFill/>
          <a:ln>
            <a:noFill/>
          </a:ln>
        </p:spPr>
      </p:pic>
      <p:sp>
        <p:nvSpPr>
          <p:cNvPr id="83" name="Google Shape;83;p18"/>
          <p:cNvSpPr txBox="1"/>
          <p:nvPr>
            <p:ph type="ctrTitle"/>
          </p:nvPr>
        </p:nvSpPr>
        <p:spPr>
          <a:xfrm>
            <a:off x="1171866" y="1983744"/>
            <a:ext cx="5437734" cy="97226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b="0" i="0" sz="3200" cap="none">
                <a:solidFill>
                  <a:schemeClr val="accent6"/>
                </a:solidFill>
                <a:latin typeface="Georgia"/>
                <a:ea typeface="Georgia"/>
                <a:cs typeface="Georgia"/>
                <a:sym typeface="Georgia"/>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cxnSp>
        <p:nvCxnSpPr>
          <p:cNvPr id="84" name="Google Shape;84;p18"/>
          <p:cNvCxnSpPr/>
          <p:nvPr/>
        </p:nvCxnSpPr>
        <p:spPr>
          <a:xfrm>
            <a:off x="1159166" y="1706283"/>
            <a:ext cx="5450434" cy="0"/>
          </a:xfrm>
          <a:prstGeom prst="straightConnector1">
            <a:avLst/>
          </a:prstGeom>
          <a:noFill/>
          <a:ln cap="flat" cmpd="sng" w="9525">
            <a:solidFill>
              <a:schemeClr val="accent5"/>
            </a:solidFill>
            <a:prstDash val="solid"/>
            <a:round/>
            <a:headEnd len="sm" w="sm" type="none"/>
            <a:tailEnd len="sm" w="sm" type="none"/>
          </a:ln>
        </p:spPr>
      </p:cxnSp>
      <p:sp>
        <p:nvSpPr>
          <p:cNvPr id="85" name="Google Shape;85;p18"/>
          <p:cNvSpPr txBox="1"/>
          <p:nvPr>
            <p:ph idx="1" type="body"/>
          </p:nvPr>
        </p:nvSpPr>
        <p:spPr>
          <a:xfrm>
            <a:off x="1159165" y="3053471"/>
            <a:ext cx="5451680" cy="137047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200"/>
              <a:buFont typeface="Arial"/>
              <a:buNone/>
              <a:defRPr b="0" sz="1200">
                <a:solidFill>
                  <a:schemeClr val="accent5"/>
                </a:solidFill>
              </a:defRPr>
            </a:lvl1pPr>
            <a:lvl2pPr indent="-228600" lvl="1" marL="914400" algn="l">
              <a:lnSpc>
                <a:spcPct val="100000"/>
              </a:lnSpc>
              <a:spcBef>
                <a:spcPts val="0"/>
              </a:spcBef>
              <a:spcAft>
                <a:spcPts val="0"/>
              </a:spcAft>
              <a:buSzPts val="1400"/>
              <a:buNone/>
              <a:defRPr b="1">
                <a:solidFill>
                  <a:schemeClr val="accent5"/>
                </a:solidFill>
              </a:defRPr>
            </a:lvl2pPr>
            <a:lvl3pPr indent="-228600" lvl="2" marL="1371600" algn="l">
              <a:lnSpc>
                <a:spcPct val="100000"/>
              </a:lnSpc>
              <a:spcBef>
                <a:spcPts val="0"/>
              </a:spcBef>
              <a:spcAft>
                <a:spcPts val="0"/>
              </a:spcAft>
              <a:buSzPts val="1200"/>
              <a:buFont typeface="Arial"/>
              <a:buNone/>
              <a:defRPr>
                <a:solidFill>
                  <a:schemeClr val="accent5"/>
                </a:solidFill>
              </a:defRPr>
            </a:lvl3pPr>
            <a:lvl4pPr indent="-228600" lvl="3" marL="1828800" algn="l">
              <a:lnSpc>
                <a:spcPct val="100000"/>
              </a:lnSpc>
              <a:spcBef>
                <a:spcPts val="0"/>
              </a:spcBef>
              <a:spcAft>
                <a:spcPts val="0"/>
              </a:spcAft>
              <a:buSzPts val="1200"/>
              <a:buFont typeface="Arial"/>
              <a:buNone/>
              <a:defRPr b="1">
                <a:solidFill>
                  <a:schemeClr val="accent5"/>
                </a:solidFill>
              </a:defRPr>
            </a:lvl4pPr>
            <a:lvl5pPr indent="-228600" lvl="4" marL="2286000" algn="l">
              <a:lnSpc>
                <a:spcPct val="100000"/>
              </a:lnSpc>
              <a:spcBef>
                <a:spcPts val="600"/>
              </a:spcBef>
              <a:spcAft>
                <a:spcPts val="0"/>
              </a:spcAft>
              <a:buSzPts val="1200"/>
              <a:buFont typeface="Arial"/>
              <a:buNone/>
              <a:defRPr b="1">
                <a:solidFill>
                  <a:schemeClr val="accent5"/>
                </a:solidFill>
              </a:defRPr>
            </a:lvl5pPr>
            <a:lvl6pPr indent="-228600" lvl="5" marL="2743200" algn="l">
              <a:lnSpc>
                <a:spcPct val="100000"/>
              </a:lnSpc>
              <a:spcBef>
                <a:spcPts val="600"/>
              </a:spcBef>
              <a:spcAft>
                <a:spcPts val="0"/>
              </a:spcAft>
              <a:buClr>
                <a:schemeClr val="accent5"/>
              </a:buClr>
              <a:buSzPts val="1200"/>
              <a:buFont typeface="Arial"/>
              <a:buNone/>
              <a:defRPr b="1">
                <a:solidFill>
                  <a:schemeClr val="accent5"/>
                </a:solidFill>
              </a:defRPr>
            </a:lvl6pPr>
            <a:lvl7pPr indent="-228600" lvl="6" marL="3200400" algn="l">
              <a:lnSpc>
                <a:spcPct val="100000"/>
              </a:lnSpc>
              <a:spcBef>
                <a:spcPts val="600"/>
              </a:spcBef>
              <a:spcAft>
                <a:spcPts val="0"/>
              </a:spcAft>
              <a:buClr>
                <a:schemeClr val="accent5"/>
              </a:buClr>
              <a:buSzPts val="1200"/>
              <a:buFont typeface="Arial"/>
              <a:buNone/>
              <a:defRPr b="1">
                <a:solidFill>
                  <a:schemeClr val="accent5"/>
                </a:solidFill>
              </a:defRPr>
            </a:lvl7pPr>
            <a:lvl8pPr indent="-228600" lvl="7" marL="3657600" algn="l">
              <a:lnSpc>
                <a:spcPct val="100000"/>
              </a:lnSpc>
              <a:spcBef>
                <a:spcPts val="600"/>
              </a:spcBef>
              <a:spcAft>
                <a:spcPts val="0"/>
              </a:spcAft>
              <a:buClr>
                <a:schemeClr val="accent5"/>
              </a:buClr>
              <a:buSzPts val="1200"/>
              <a:buFont typeface="Arial"/>
              <a:buNone/>
              <a:defRPr b="1">
                <a:solidFill>
                  <a:schemeClr val="accent5"/>
                </a:solidFill>
              </a:defRPr>
            </a:lvl8pPr>
            <a:lvl9pPr indent="-228600" lvl="8" marL="4114800" algn="l">
              <a:lnSpc>
                <a:spcPct val="100000"/>
              </a:lnSpc>
              <a:spcBef>
                <a:spcPts val="600"/>
              </a:spcBef>
              <a:spcAft>
                <a:spcPts val="600"/>
              </a:spcAft>
              <a:buClr>
                <a:schemeClr val="accent5"/>
              </a:buClr>
              <a:buSzPts val="1200"/>
              <a:buFont typeface="Arial"/>
              <a:buNone/>
              <a:defRPr sz="1200">
                <a:solidFill>
                  <a:schemeClr val="accent5"/>
                </a:solidFill>
              </a:defRPr>
            </a:lvl9pPr>
          </a:lstStyle>
          <a:p/>
        </p:txBody>
      </p:sp>
    </p:spTree>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 content">
  <p:cSld name="1 col content">
    <p:spTree>
      <p:nvGrpSpPr>
        <p:cNvPr id="86" name="Shape 86"/>
        <p:cNvGrpSpPr/>
        <p:nvPr/>
      </p:nvGrpSpPr>
      <p:grpSpPr>
        <a:xfrm>
          <a:off x="0" y="0"/>
          <a:ext cx="0" cy="0"/>
          <a:chOff x="0" y="0"/>
          <a:chExt cx="0" cy="0"/>
        </a:xfrm>
      </p:grpSpPr>
      <p:sp>
        <p:nvSpPr>
          <p:cNvPr id="87" name="Google Shape;87;p19"/>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88" name="Google Shape;88;p19"/>
          <p:cNvSpPr txBox="1"/>
          <p:nvPr>
            <p:ph idx="1" type="body"/>
          </p:nvPr>
        </p:nvSpPr>
        <p:spPr>
          <a:xfrm>
            <a:off x="457200" y="836614"/>
            <a:ext cx="8226425" cy="38623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cxnSp>
        <p:nvCxnSpPr>
          <p:cNvPr id="89" name="Google Shape;89;p19"/>
          <p:cNvCxnSpPr/>
          <p:nvPr/>
        </p:nvCxnSpPr>
        <p:spPr>
          <a:xfrm>
            <a:off x="457200" y="334251"/>
            <a:ext cx="8226425" cy="0"/>
          </a:xfrm>
          <a:prstGeom prst="straightConnector1">
            <a:avLst/>
          </a:prstGeom>
          <a:noFill/>
          <a:ln cap="flat" cmpd="sng" w="9525">
            <a:solidFill>
              <a:schemeClr val="accent5"/>
            </a:solidFill>
            <a:prstDash val="solid"/>
            <a:round/>
            <a:headEnd len="sm" w="sm" type="none"/>
            <a:tailEnd len="sm" w="sm" type="none"/>
          </a:ln>
        </p:spPr>
      </p:cxnSp>
      <p:pic>
        <p:nvPicPr>
          <p:cNvPr id="90" name="Google Shape;90;p19"/>
          <p:cNvPicPr preferRelativeResize="0"/>
          <p:nvPr/>
        </p:nvPicPr>
        <p:blipFill rotWithShape="1">
          <a:blip r:embed="rId2">
            <a:alphaModFix/>
          </a:blip>
          <a:srcRect b="0" l="0" r="0" t="0"/>
          <a:stretch/>
        </p:blipFill>
        <p:spPr>
          <a:xfrm>
            <a:off x="461811" y="4845716"/>
            <a:ext cx="1044878" cy="132683"/>
          </a:xfrm>
          <a:prstGeom prst="rect">
            <a:avLst/>
          </a:prstGeom>
          <a:noFill/>
          <a:ln>
            <a:noFill/>
          </a:ln>
        </p:spPr>
      </p:pic>
      <p:sp>
        <p:nvSpPr>
          <p:cNvPr id="91" name="Google Shape;91;p19"/>
          <p:cNvSpPr txBox="1"/>
          <p:nvPr>
            <p:ph type="title"/>
          </p:nvPr>
        </p:nvSpPr>
        <p:spPr>
          <a:xfrm>
            <a:off x="457199" y="429767"/>
            <a:ext cx="8229600" cy="33855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2" name="Google Shape;92;p19"/>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 w/ subtitle">
  <p:cSld name="1 col w/ subtitle">
    <p:spTree>
      <p:nvGrpSpPr>
        <p:cNvPr id="93" name="Shape 93"/>
        <p:cNvGrpSpPr/>
        <p:nvPr/>
      </p:nvGrpSpPr>
      <p:grpSpPr>
        <a:xfrm>
          <a:off x="0" y="0"/>
          <a:ext cx="0" cy="0"/>
          <a:chOff x="0" y="0"/>
          <a:chExt cx="0" cy="0"/>
        </a:xfrm>
      </p:grpSpPr>
      <p:sp>
        <p:nvSpPr>
          <p:cNvPr id="94" name="Google Shape;94;p20"/>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95" name="Google Shape;95;p20"/>
          <p:cNvSpPr txBox="1"/>
          <p:nvPr>
            <p:ph idx="1" type="body"/>
          </p:nvPr>
        </p:nvSpPr>
        <p:spPr>
          <a:xfrm>
            <a:off x="457200" y="1244600"/>
            <a:ext cx="8226425" cy="345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cxnSp>
        <p:nvCxnSpPr>
          <p:cNvPr id="96" name="Google Shape;96;p20"/>
          <p:cNvCxnSpPr/>
          <p:nvPr/>
        </p:nvCxnSpPr>
        <p:spPr>
          <a:xfrm>
            <a:off x="457200" y="334251"/>
            <a:ext cx="8226425" cy="0"/>
          </a:xfrm>
          <a:prstGeom prst="straightConnector1">
            <a:avLst/>
          </a:prstGeom>
          <a:noFill/>
          <a:ln cap="flat" cmpd="sng" w="9525">
            <a:solidFill>
              <a:schemeClr val="accent5"/>
            </a:solidFill>
            <a:prstDash val="solid"/>
            <a:round/>
            <a:headEnd len="sm" w="sm" type="none"/>
            <a:tailEnd len="sm" w="sm" type="none"/>
          </a:ln>
        </p:spPr>
      </p:cxnSp>
      <p:sp>
        <p:nvSpPr>
          <p:cNvPr id="97" name="Google Shape;97;p20"/>
          <p:cNvSpPr txBox="1"/>
          <p:nvPr>
            <p:ph idx="2" type="body"/>
          </p:nvPr>
        </p:nvSpPr>
        <p:spPr>
          <a:xfrm>
            <a:off x="457200" y="836612"/>
            <a:ext cx="8226425" cy="4079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300"/>
              <a:buFont typeface="Arial"/>
              <a:buNone/>
              <a:defRPr b="1" sz="1300">
                <a:solidFill>
                  <a:schemeClr val="accent5"/>
                </a:solidFill>
              </a:defRPr>
            </a:lvl1pPr>
            <a:lvl2pPr indent="-228600" lvl="1" marL="914400" algn="l">
              <a:lnSpc>
                <a:spcPct val="100000"/>
              </a:lnSpc>
              <a:spcBef>
                <a:spcPts val="0"/>
              </a:spcBef>
              <a:spcAft>
                <a:spcPts val="0"/>
              </a:spcAft>
              <a:buSzPts val="1000"/>
              <a:buNone/>
              <a:defRPr b="1" sz="1000">
                <a:solidFill>
                  <a:schemeClr val="accent5"/>
                </a:solidFill>
              </a:defRPr>
            </a:lvl2pPr>
            <a:lvl3pPr indent="-228600" lvl="2" marL="1371600" algn="l">
              <a:lnSpc>
                <a:spcPct val="100000"/>
              </a:lnSpc>
              <a:spcBef>
                <a:spcPts val="600"/>
              </a:spcBef>
              <a:spcAft>
                <a:spcPts val="0"/>
              </a:spcAft>
              <a:buSzPts val="1000"/>
              <a:buFont typeface="Arial"/>
              <a:buNone/>
              <a:defRPr sz="1000">
                <a:solidFill>
                  <a:schemeClr val="accent5"/>
                </a:solidFill>
              </a:defRPr>
            </a:lvl3pPr>
            <a:lvl4pPr indent="-228600" lvl="3" marL="1828800" algn="l">
              <a:lnSpc>
                <a:spcPct val="100000"/>
              </a:lnSpc>
              <a:spcBef>
                <a:spcPts val="600"/>
              </a:spcBef>
              <a:spcAft>
                <a:spcPts val="0"/>
              </a:spcAft>
              <a:buSzPts val="1000"/>
              <a:buNone/>
              <a:defRPr b="1" sz="1000">
                <a:solidFill>
                  <a:schemeClr val="accent5"/>
                </a:solidFill>
              </a:defRPr>
            </a:lvl4pPr>
            <a:lvl5pPr indent="-228600" lvl="4" marL="2286000" algn="l">
              <a:lnSpc>
                <a:spcPct val="100000"/>
              </a:lnSpc>
              <a:spcBef>
                <a:spcPts val="600"/>
              </a:spcBef>
              <a:spcAft>
                <a:spcPts val="0"/>
              </a:spcAft>
              <a:buSzPts val="1000"/>
              <a:buNone/>
              <a:defRPr b="1" sz="1000">
                <a:solidFill>
                  <a:schemeClr val="accent5"/>
                </a:solidFill>
              </a:defRPr>
            </a:lvl5pPr>
            <a:lvl6pPr indent="-228600" lvl="5" marL="2743200" algn="l">
              <a:lnSpc>
                <a:spcPct val="100000"/>
              </a:lnSpc>
              <a:spcBef>
                <a:spcPts val="600"/>
              </a:spcBef>
              <a:spcAft>
                <a:spcPts val="0"/>
              </a:spcAft>
              <a:buClr>
                <a:schemeClr val="accent5"/>
              </a:buClr>
              <a:buSzPts val="1000"/>
              <a:buFont typeface="Arial"/>
              <a:buNone/>
              <a:defRPr b="1" sz="1000">
                <a:solidFill>
                  <a:schemeClr val="accent5"/>
                </a:solidFill>
              </a:defRPr>
            </a:lvl6pPr>
            <a:lvl7pPr indent="-228600" lvl="6" marL="3200400" algn="l">
              <a:lnSpc>
                <a:spcPct val="100000"/>
              </a:lnSpc>
              <a:spcBef>
                <a:spcPts val="600"/>
              </a:spcBef>
              <a:spcAft>
                <a:spcPts val="0"/>
              </a:spcAft>
              <a:buClr>
                <a:schemeClr val="accent5"/>
              </a:buClr>
              <a:buSzPts val="1000"/>
              <a:buFont typeface="Arial"/>
              <a:buNone/>
              <a:defRPr b="1" sz="1000">
                <a:solidFill>
                  <a:schemeClr val="accent5"/>
                </a:solidFill>
              </a:defRPr>
            </a:lvl7pPr>
            <a:lvl8pPr indent="-228600" lvl="7" marL="3657600" algn="l">
              <a:lnSpc>
                <a:spcPct val="100000"/>
              </a:lnSpc>
              <a:spcBef>
                <a:spcPts val="600"/>
              </a:spcBef>
              <a:spcAft>
                <a:spcPts val="0"/>
              </a:spcAft>
              <a:buClr>
                <a:schemeClr val="accent5"/>
              </a:buClr>
              <a:buSzPts val="1000"/>
              <a:buFont typeface="Arial"/>
              <a:buNone/>
              <a:defRPr b="1" sz="1000">
                <a:solidFill>
                  <a:schemeClr val="accent5"/>
                </a:solidFill>
              </a:defRPr>
            </a:lvl8pPr>
            <a:lvl9pPr indent="-228600" lvl="8" marL="4114800" algn="l">
              <a:lnSpc>
                <a:spcPct val="100000"/>
              </a:lnSpc>
              <a:spcBef>
                <a:spcPts val="600"/>
              </a:spcBef>
              <a:spcAft>
                <a:spcPts val="600"/>
              </a:spcAft>
              <a:buClr>
                <a:schemeClr val="accent5"/>
              </a:buClr>
              <a:buSzPts val="1000"/>
              <a:buFont typeface="Arial"/>
              <a:buNone/>
              <a:defRPr b="1" sz="1000">
                <a:solidFill>
                  <a:schemeClr val="accent5"/>
                </a:solidFill>
              </a:defRPr>
            </a:lvl9pPr>
          </a:lstStyle>
          <a:p/>
        </p:txBody>
      </p:sp>
      <p:sp>
        <p:nvSpPr>
          <p:cNvPr id="98" name="Google Shape;98;p20"/>
          <p:cNvSpPr txBox="1"/>
          <p:nvPr>
            <p:ph type="title"/>
          </p:nvPr>
        </p:nvSpPr>
        <p:spPr>
          <a:xfrm>
            <a:off x="457199" y="429767"/>
            <a:ext cx="8229600" cy="33855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9" name="Google Shape;99;p20"/>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100" name="Google Shape;100;p20"/>
          <p:cNvPicPr preferRelativeResize="0"/>
          <p:nvPr/>
        </p:nvPicPr>
        <p:blipFill rotWithShape="1">
          <a:blip r:embed="rId2">
            <a:alphaModFix/>
          </a:blip>
          <a:srcRect b="0" l="0" r="0" t="0"/>
          <a:stretch/>
        </p:blipFill>
        <p:spPr>
          <a:xfrm>
            <a:off x="461811" y="4845716"/>
            <a:ext cx="1044878" cy="132683"/>
          </a:xfrm>
          <a:prstGeom prst="rect">
            <a:avLst/>
          </a:prstGeom>
          <a:noFill/>
          <a:ln>
            <a:noFill/>
          </a:ln>
        </p:spPr>
      </p:pic>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 content">
  <p:cSld name="2 col content">
    <p:spTree>
      <p:nvGrpSpPr>
        <p:cNvPr id="101" name="Shape 101"/>
        <p:cNvGrpSpPr/>
        <p:nvPr/>
      </p:nvGrpSpPr>
      <p:grpSpPr>
        <a:xfrm>
          <a:off x="0" y="0"/>
          <a:ext cx="0" cy="0"/>
          <a:chOff x="0" y="0"/>
          <a:chExt cx="0" cy="0"/>
        </a:xfrm>
      </p:grpSpPr>
      <p:sp>
        <p:nvSpPr>
          <p:cNvPr id="102" name="Google Shape;102;p21"/>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03" name="Google Shape;103;p21"/>
          <p:cNvSpPr txBox="1"/>
          <p:nvPr>
            <p:ph type="title"/>
          </p:nvPr>
        </p:nvSpPr>
        <p:spPr>
          <a:xfrm>
            <a:off x="457199" y="429767"/>
            <a:ext cx="8229600" cy="33855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04" name="Google Shape;104;p21"/>
          <p:cNvSpPr txBox="1"/>
          <p:nvPr>
            <p:ph idx="1" type="body"/>
          </p:nvPr>
        </p:nvSpPr>
        <p:spPr>
          <a:xfrm>
            <a:off x="457201" y="836613"/>
            <a:ext cx="3981450" cy="38623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cxnSp>
        <p:nvCxnSpPr>
          <p:cNvPr id="105" name="Google Shape;105;p21"/>
          <p:cNvCxnSpPr/>
          <p:nvPr/>
        </p:nvCxnSpPr>
        <p:spPr>
          <a:xfrm>
            <a:off x="457200" y="334251"/>
            <a:ext cx="8226425" cy="0"/>
          </a:xfrm>
          <a:prstGeom prst="straightConnector1">
            <a:avLst/>
          </a:prstGeom>
          <a:noFill/>
          <a:ln cap="flat" cmpd="sng" w="9525">
            <a:solidFill>
              <a:schemeClr val="accent5"/>
            </a:solidFill>
            <a:prstDash val="solid"/>
            <a:round/>
            <a:headEnd len="sm" w="sm" type="none"/>
            <a:tailEnd len="sm" w="sm" type="none"/>
          </a:ln>
        </p:spPr>
      </p:cxnSp>
      <p:sp>
        <p:nvSpPr>
          <p:cNvPr id="106" name="Google Shape;106;p21"/>
          <p:cNvSpPr txBox="1"/>
          <p:nvPr>
            <p:ph idx="2" type="body"/>
          </p:nvPr>
        </p:nvSpPr>
        <p:spPr>
          <a:xfrm>
            <a:off x="4705350" y="836613"/>
            <a:ext cx="3978274" cy="38623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07" name="Google Shape;107;p21"/>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108" name="Google Shape;108;p21"/>
          <p:cNvPicPr preferRelativeResize="0"/>
          <p:nvPr/>
        </p:nvPicPr>
        <p:blipFill rotWithShape="1">
          <a:blip r:embed="rId2">
            <a:alphaModFix/>
          </a:blip>
          <a:srcRect b="0" l="0" r="0" t="0"/>
          <a:stretch/>
        </p:blipFill>
        <p:spPr>
          <a:xfrm>
            <a:off x="461811" y="4845716"/>
            <a:ext cx="1044878" cy="132683"/>
          </a:xfrm>
          <a:prstGeom prst="rect">
            <a:avLst/>
          </a:prstGeom>
          <a:noFill/>
          <a:ln>
            <a:noFill/>
          </a:ln>
        </p:spPr>
      </p:pic>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 content callout">
  <p:cSld name="2 col content callout">
    <p:bg>
      <p:bgPr>
        <a:solidFill>
          <a:schemeClr val="lt2"/>
        </a:solidFill>
      </p:bgPr>
    </p:bg>
    <p:spTree>
      <p:nvGrpSpPr>
        <p:cNvPr id="109" name="Shape 109"/>
        <p:cNvGrpSpPr/>
        <p:nvPr/>
      </p:nvGrpSpPr>
      <p:grpSpPr>
        <a:xfrm>
          <a:off x="0" y="0"/>
          <a:ext cx="0" cy="0"/>
          <a:chOff x="0" y="0"/>
          <a:chExt cx="0" cy="0"/>
        </a:xfrm>
      </p:grpSpPr>
      <p:sp>
        <p:nvSpPr>
          <p:cNvPr id="110" name="Google Shape;110;p22"/>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11" name="Google Shape;111;p22"/>
          <p:cNvSpPr txBox="1"/>
          <p:nvPr>
            <p:ph type="title"/>
          </p:nvPr>
        </p:nvSpPr>
        <p:spPr>
          <a:xfrm>
            <a:off x="457199" y="429767"/>
            <a:ext cx="8229600" cy="33855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cxnSp>
        <p:nvCxnSpPr>
          <p:cNvPr id="112" name="Google Shape;112;p22"/>
          <p:cNvCxnSpPr/>
          <p:nvPr/>
        </p:nvCxnSpPr>
        <p:spPr>
          <a:xfrm>
            <a:off x="457200" y="334251"/>
            <a:ext cx="8226425" cy="0"/>
          </a:xfrm>
          <a:prstGeom prst="straightConnector1">
            <a:avLst/>
          </a:prstGeom>
          <a:noFill/>
          <a:ln cap="flat" cmpd="sng" w="9525">
            <a:solidFill>
              <a:schemeClr val="accent5"/>
            </a:solidFill>
            <a:prstDash val="solid"/>
            <a:round/>
            <a:headEnd len="sm" w="sm" type="none"/>
            <a:tailEnd len="sm" w="sm" type="none"/>
          </a:ln>
        </p:spPr>
      </p:cxnSp>
      <p:sp>
        <p:nvSpPr>
          <p:cNvPr id="113" name="Google Shape;113;p22"/>
          <p:cNvSpPr txBox="1"/>
          <p:nvPr>
            <p:ph idx="1" type="body"/>
          </p:nvPr>
        </p:nvSpPr>
        <p:spPr>
          <a:xfrm>
            <a:off x="4705350" y="1244601"/>
            <a:ext cx="3978274" cy="3454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14" name="Google Shape;114;p22"/>
          <p:cNvSpPr txBox="1"/>
          <p:nvPr>
            <p:ph idx="2" type="body"/>
          </p:nvPr>
        </p:nvSpPr>
        <p:spPr>
          <a:xfrm>
            <a:off x="457200" y="1244601"/>
            <a:ext cx="3981450" cy="2514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15" name="Google Shape;115;p22"/>
          <p:cNvSpPr txBox="1"/>
          <p:nvPr>
            <p:ph idx="3" type="body"/>
          </p:nvPr>
        </p:nvSpPr>
        <p:spPr>
          <a:xfrm>
            <a:off x="457200" y="3859214"/>
            <a:ext cx="3981450" cy="839787"/>
          </a:xfrm>
          <a:prstGeom prst="rect">
            <a:avLst/>
          </a:prstGeom>
          <a:blipFill rotWithShape="1">
            <a:blip r:embed="rId2">
              <a:alphaModFix/>
            </a:blip>
            <a:stretch>
              <a:fillRect b="0" l="0" r="0" t="0"/>
            </a:stretch>
          </a:blipFill>
          <a:ln>
            <a:noFill/>
          </a:ln>
        </p:spPr>
        <p:txBody>
          <a:bodyPr anchorCtr="0" anchor="ctr" bIns="0" lIns="182875" spcFirstLastPara="1" rIns="182875" wrap="square" tIns="0">
            <a:noAutofit/>
          </a:bodyPr>
          <a:lstStyle>
            <a:lvl1pPr indent="-228600" lvl="0" marL="457200" algn="l">
              <a:lnSpc>
                <a:spcPct val="100000"/>
              </a:lnSpc>
              <a:spcBef>
                <a:spcPts val="0"/>
              </a:spcBef>
              <a:spcAft>
                <a:spcPts val="0"/>
              </a:spcAft>
              <a:buSzPts val="1200"/>
              <a:buFont typeface="Arial"/>
              <a:buNone/>
              <a:defRPr b="1" sz="1200">
                <a:solidFill>
                  <a:schemeClr val="accent5"/>
                </a:solidFill>
              </a:defRPr>
            </a:lvl1pPr>
            <a:lvl2pPr indent="-228600" lvl="1" marL="914400" algn="l">
              <a:lnSpc>
                <a:spcPct val="100000"/>
              </a:lnSpc>
              <a:spcBef>
                <a:spcPts val="600"/>
              </a:spcBef>
              <a:spcAft>
                <a:spcPts val="0"/>
              </a:spcAft>
              <a:buSzPts val="1200"/>
              <a:buNone/>
              <a:defRPr b="1" sz="1200">
                <a:solidFill>
                  <a:schemeClr val="accent5"/>
                </a:solidFill>
              </a:defRPr>
            </a:lvl2pPr>
            <a:lvl3pPr indent="-228600" lvl="2" marL="1371600" algn="l">
              <a:lnSpc>
                <a:spcPct val="100000"/>
              </a:lnSpc>
              <a:spcBef>
                <a:spcPts val="600"/>
              </a:spcBef>
              <a:spcAft>
                <a:spcPts val="0"/>
              </a:spcAft>
              <a:buSzPts val="1200"/>
              <a:buFont typeface="Arial"/>
              <a:buNone/>
              <a:defRPr b="1" sz="1200">
                <a:solidFill>
                  <a:schemeClr val="accent5"/>
                </a:solidFill>
              </a:defRPr>
            </a:lvl3pPr>
            <a:lvl4pPr indent="-304800" lvl="3" marL="1828800" algn="l">
              <a:lnSpc>
                <a:spcPct val="100000"/>
              </a:lnSpc>
              <a:spcBef>
                <a:spcPts val="600"/>
              </a:spcBef>
              <a:spcAft>
                <a:spcPts val="0"/>
              </a:spcAft>
              <a:buSzPts val="1200"/>
              <a:buChar char="•"/>
              <a:defRPr b="1" sz="1200">
                <a:solidFill>
                  <a:schemeClr val="accent5"/>
                </a:solidFill>
              </a:defRPr>
            </a:lvl4pPr>
            <a:lvl5pPr indent="-304800" lvl="4" marL="2286000" algn="l">
              <a:lnSpc>
                <a:spcPct val="100000"/>
              </a:lnSpc>
              <a:spcBef>
                <a:spcPts val="600"/>
              </a:spcBef>
              <a:spcAft>
                <a:spcPts val="0"/>
              </a:spcAft>
              <a:buSzPts val="1200"/>
              <a:buChar char="-"/>
              <a:defRPr b="1" sz="1200">
                <a:solidFill>
                  <a:schemeClr val="accent5"/>
                </a:solidFill>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16" name="Google Shape;116;p22"/>
          <p:cNvSpPr txBox="1"/>
          <p:nvPr>
            <p:ph idx="4" type="body"/>
          </p:nvPr>
        </p:nvSpPr>
        <p:spPr>
          <a:xfrm>
            <a:off x="457200" y="836612"/>
            <a:ext cx="8226425" cy="4079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300"/>
              <a:buFont typeface="Arial"/>
              <a:buNone/>
              <a:defRPr b="1" sz="1300">
                <a:solidFill>
                  <a:schemeClr val="accent5"/>
                </a:solidFill>
              </a:defRPr>
            </a:lvl1pPr>
            <a:lvl2pPr indent="-228600" lvl="1" marL="914400" algn="l">
              <a:lnSpc>
                <a:spcPct val="100000"/>
              </a:lnSpc>
              <a:spcBef>
                <a:spcPts val="0"/>
              </a:spcBef>
              <a:spcAft>
                <a:spcPts val="0"/>
              </a:spcAft>
              <a:buSzPts val="1000"/>
              <a:buNone/>
              <a:defRPr b="1" sz="1000">
                <a:solidFill>
                  <a:schemeClr val="accent5"/>
                </a:solidFill>
              </a:defRPr>
            </a:lvl2pPr>
            <a:lvl3pPr indent="-228600" lvl="2" marL="1371600" algn="l">
              <a:lnSpc>
                <a:spcPct val="100000"/>
              </a:lnSpc>
              <a:spcBef>
                <a:spcPts val="600"/>
              </a:spcBef>
              <a:spcAft>
                <a:spcPts val="0"/>
              </a:spcAft>
              <a:buSzPts val="1000"/>
              <a:buFont typeface="Arial"/>
              <a:buNone/>
              <a:defRPr sz="1000">
                <a:solidFill>
                  <a:schemeClr val="accent5"/>
                </a:solidFill>
              </a:defRPr>
            </a:lvl3pPr>
            <a:lvl4pPr indent="-228600" lvl="3" marL="1828800" algn="l">
              <a:lnSpc>
                <a:spcPct val="100000"/>
              </a:lnSpc>
              <a:spcBef>
                <a:spcPts val="600"/>
              </a:spcBef>
              <a:spcAft>
                <a:spcPts val="0"/>
              </a:spcAft>
              <a:buSzPts val="1000"/>
              <a:buNone/>
              <a:defRPr b="1" sz="1000">
                <a:solidFill>
                  <a:schemeClr val="accent5"/>
                </a:solidFill>
              </a:defRPr>
            </a:lvl4pPr>
            <a:lvl5pPr indent="-228600" lvl="4" marL="2286000" algn="l">
              <a:lnSpc>
                <a:spcPct val="100000"/>
              </a:lnSpc>
              <a:spcBef>
                <a:spcPts val="600"/>
              </a:spcBef>
              <a:spcAft>
                <a:spcPts val="0"/>
              </a:spcAft>
              <a:buSzPts val="1000"/>
              <a:buNone/>
              <a:defRPr b="1" sz="1000">
                <a:solidFill>
                  <a:schemeClr val="accent5"/>
                </a:solidFill>
              </a:defRPr>
            </a:lvl5pPr>
            <a:lvl6pPr indent="-228600" lvl="5" marL="2743200" algn="l">
              <a:lnSpc>
                <a:spcPct val="100000"/>
              </a:lnSpc>
              <a:spcBef>
                <a:spcPts val="600"/>
              </a:spcBef>
              <a:spcAft>
                <a:spcPts val="0"/>
              </a:spcAft>
              <a:buClr>
                <a:schemeClr val="accent5"/>
              </a:buClr>
              <a:buSzPts val="1000"/>
              <a:buFont typeface="Arial"/>
              <a:buNone/>
              <a:defRPr b="1" sz="1000">
                <a:solidFill>
                  <a:schemeClr val="accent5"/>
                </a:solidFill>
              </a:defRPr>
            </a:lvl6pPr>
            <a:lvl7pPr indent="-228600" lvl="6" marL="3200400" algn="l">
              <a:lnSpc>
                <a:spcPct val="100000"/>
              </a:lnSpc>
              <a:spcBef>
                <a:spcPts val="600"/>
              </a:spcBef>
              <a:spcAft>
                <a:spcPts val="0"/>
              </a:spcAft>
              <a:buClr>
                <a:schemeClr val="accent5"/>
              </a:buClr>
              <a:buSzPts val="1000"/>
              <a:buFont typeface="Arial"/>
              <a:buNone/>
              <a:defRPr b="1" sz="1000">
                <a:solidFill>
                  <a:schemeClr val="accent5"/>
                </a:solidFill>
              </a:defRPr>
            </a:lvl7pPr>
            <a:lvl8pPr indent="-228600" lvl="7" marL="3657600" algn="l">
              <a:lnSpc>
                <a:spcPct val="100000"/>
              </a:lnSpc>
              <a:spcBef>
                <a:spcPts val="600"/>
              </a:spcBef>
              <a:spcAft>
                <a:spcPts val="0"/>
              </a:spcAft>
              <a:buClr>
                <a:schemeClr val="accent5"/>
              </a:buClr>
              <a:buSzPts val="1000"/>
              <a:buFont typeface="Arial"/>
              <a:buNone/>
              <a:defRPr b="1" sz="1000">
                <a:solidFill>
                  <a:schemeClr val="accent5"/>
                </a:solidFill>
              </a:defRPr>
            </a:lvl8pPr>
            <a:lvl9pPr indent="-228600" lvl="8" marL="4114800" algn="l">
              <a:lnSpc>
                <a:spcPct val="100000"/>
              </a:lnSpc>
              <a:spcBef>
                <a:spcPts val="600"/>
              </a:spcBef>
              <a:spcAft>
                <a:spcPts val="600"/>
              </a:spcAft>
              <a:buClr>
                <a:schemeClr val="accent5"/>
              </a:buClr>
              <a:buSzPts val="1000"/>
              <a:buFont typeface="Arial"/>
              <a:buNone/>
              <a:defRPr b="1" sz="1000">
                <a:solidFill>
                  <a:schemeClr val="accent5"/>
                </a:solidFill>
              </a:defRPr>
            </a:lvl9pPr>
          </a:lstStyle>
          <a:p/>
        </p:txBody>
      </p:sp>
      <p:sp>
        <p:nvSpPr>
          <p:cNvPr id="117" name="Google Shape;117;p22"/>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118" name="Google Shape;118;p22"/>
          <p:cNvPicPr preferRelativeResize="0"/>
          <p:nvPr/>
        </p:nvPicPr>
        <p:blipFill rotWithShape="1">
          <a:blip r:embed="rId3">
            <a:alphaModFix/>
          </a:blip>
          <a:srcRect b="0" l="0" r="0" t="0"/>
          <a:stretch/>
        </p:blipFill>
        <p:spPr>
          <a:xfrm>
            <a:off x="461811" y="4845716"/>
            <a:ext cx="1044878" cy="132683"/>
          </a:xfrm>
          <a:prstGeom prst="rect">
            <a:avLst/>
          </a:prstGeom>
          <a:noFill/>
          <a:ln>
            <a:noFill/>
          </a:ln>
        </p:spPr>
      </p:pic>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 content">
  <p:cSld name="3 col content">
    <p:spTree>
      <p:nvGrpSpPr>
        <p:cNvPr id="119" name="Shape 119"/>
        <p:cNvGrpSpPr/>
        <p:nvPr/>
      </p:nvGrpSpPr>
      <p:grpSpPr>
        <a:xfrm>
          <a:off x="0" y="0"/>
          <a:ext cx="0" cy="0"/>
          <a:chOff x="0" y="0"/>
          <a:chExt cx="0" cy="0"/>
        </a:xfrm>
      </p:grpSpPr>
      <p:sp>
        <p:nvSpPr>
          <p:cNvPr id="120" name="Google Shape;120;p23"/>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21" name="Google Shape;121;p23"/>
          <p:cNvSpPr txBox="1"/>
          <p:nvPr>
            <p:ph type="title"/>
          </p:nvPr>
        </p:nvSpPr>
        <p:spPr>
          <a:xfrm>
            <a:off x="457199" y="429767"/>
            <a:ext cx="8229600" cy="33855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22" name="Google Shape;122;p23"/>
          <p:cNvSpPr txBox="1"/>
          <p:nvPr>
            <p:ph idx="1" type="body"/>
          </p:nvPr>
        </p:nvSpPr>
        <p:spPr>
          <a:xfrm>
            <a:off x="457201" y="836614"/>
            <a:ext cx="2562224" cy="386238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cxnSp>
        <p:nvCxnSpPr>
          <p:cNvPr id="123" name="Google Shape;123;p23"/>
          <p:cNvCxnSpPr/>
          <p:nvPr/>
        </p:nvCxnSpPr>
        <p:spPr>
          <a:xfrm>
            <a:off x="457200" y="334251"/>
            <a:ext cx="8226425" cy="0"/>
          </a:xfrm>
          <a:prstGeom prst="straightConnector1">
            <a:avLst/>
          </a:prstGeom>
          <a:noFill/>
          <a:ln cap="flat" cmpd="sng" w="9525">
            <a:solidFill>
              <a:schemeClr val="accent5"/>
            </a:solidFill>
            <a:prstDash val="solid"/>
            <a:round/>
            <a:headEnd len="sm" w="sm" type="none"/>
            <a:tailEnd len="sm" w="sm" type="none"/>
          </a:ln>
        </p:spPr>
      </p:cxnSp>
      <p:sp>
        <p:nvSpPr>
          <p:cNvPr id="124" name="Google Shape;124;p23"/>
          <p:cNvSpPr txBox="1"/>
          <p:nvPr>
            <p:ph idx="2" type="body"/>
          </p:nvPr>
        </p:nvSpPr>
        <p:spPr>
          <a:xfrm>
            <a:off x="6124575" y="836614"/>
            <a:ext cx="2559049" cy="386238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25" name="Google Shape;125;p23"/>
          <p:cNvSpPr txBox="1"/>
          <p:nvPr>
            <p:ph idx="3" type="body"/>
          </p:nvPr>
        </p:nvSpPr>
        <p:spPr>
          <a:xfrm>
            <a:off x="3294065" y="836614"/>
            <a:ext cx="2559049" cy="386238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26" name="Google Shape;126;p23"/>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127" name="Google Shape;127;p23"/>
          <p:cNvPicPr preferRelativeResize="0"/>
          <p:nvPr/>
        </p:nvPicPr>
        <p:blipFill rotWithShape="1">
          <a:blip r:embed="rId2">
            <a:alphaModFix/>
          </a:blip>
          <a:srcRect b="0" l="0" r="0" t="0"/>
          <a:stretch/>
        </p:blipFill>
        <p:spPr>
          <a:xfrm>
            <a:off x="461811" y="4845716"/>
            <a:ext cx="1044878" cy="132683"/>
          </a:xfrm>
          <a:prstGeom prst="rect">
            <a:avLst/>
          </a:prstGeom>
          <a:noFill/>
          <a:ln>
            <a:noFill/>
          </a:ln>
        </p:spPr>
      </p:pic>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 fill content">
  <p:cSld name="3 col fill content">
    <p:spTree>
      <p:nvGrpSpPr>
        <p:cNvPr id="128" name="Shape 128"/>
        <p:cNvGrpSpPr/>
        <p:nvPr/>
      </p:nvGrpSpPr>
      <p:grpSpPr>
        <a:xfrm>
          <a:off x="0" y="0"/>
          <a:ext cx="0" cy="0"/>
          <a:chOff x="0" y="0"/>
          <a:chExt cx="0" cy="0"/>
        </a:xfrm>
      </p:grpSpPr>
      <p:sp>
        <p:nvSpPr>
          <p:cNvPr id="129" name="Google Shape;129;p24"/>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30" name="Google Shape;130;p24"/>
          <p:cNvSpPr txBox="1"/>
          <p:nvPr>
            <p:ph type="title"/>
          </p:nvPr>
        </p:nvSpPr>
        <p:spPr>
          <a:xfrm>
            <a:off x="457199" y="429767"/>
            <a:ext cx="8229600" cy="33855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cxnSp>
        <p:nvCxnSpPr>
          <p:cNvPr id="131" name="Google Shape;131;p24"/>
          <p:cNvCxnSpPr/>
          <p:nvPr/>
        </p:nvCxnSpPr>
        <p:spPr>
          <a:xfrm>
            <a:off x="457200" y="334251"/>
            <a:ext cx="8226425" cy="0"/>
          </a:xfrm>
          <a:prstGeom prst="straightConnector1">
            <a:avLst/>
          </a:prstGeom>
          <a:noFill/>
          <a:ln cap="flat" cmpd="sng" w="9525">
            <a:solidFill>
              <a:schemeClr val="accent5"/>
            </a:solidFill>
            <a:prstDash val="solid"/>
            <a:round/>
            <a:headEnd len="sm" w="sm" type="none"/>
            <a:tailEnd len="sm" w="sm" type="none"/>
          </a:ln>
        </p:spPr>
      </p:cxnSp>
      <p:sp>
        <p:nvSpPr>
          <p:cNvPr id="132" name="Google Shape;132;p24"/>
          <p:cNvSpPr txBox="1"/>
          <p:nvPr>
            <p:ph idx="1" type="body"/>
          </p:nvPr>
        </p:nvSpPr>
        <p:spPr>
          <a:xfrm>
            <a:off x="457200" y="842698"/>
            <a:ext cx="2562225" cy="3856303"/>
          </a:xfrm>
          <a:prstGeom prst="rect">
            <a:avLst/>
          </a:prstGeom>
          <a:blipFill rotWithShape="1">
            <a:blip r:embed="rId2">
              <a:alphaModFix/>
            </a:blip>
            <a:stretch>
              <a:fillRect b="0" l="0" r="0" t="0"/>
            </a:stretch>
          </a:blipFill>
          <a:ln>
            <a:noFill/>
          </a:ln>
        </p:spPr>
        <p:txBody>
          <a:bodyPr anchorCtr="0" anchor="t" bIns="0" lIns="228600" spcFirstLastPara="1" rIns="228600" wrap="square" tIns="1097275">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33" name="Google Shape;133;p24"/>
          <p:cNvSpPr/>
          <p:nvPr>
            <p:ph idx="2" type="pic"/>
          </p:nvPr>
        </p:nvSpPr>
        <p:spPr>
          <a:xfrm>
            <a:off x="710671" y="1214172"/>
            <a:ext cx="620712" cy="620712"/>
          </a:xfrm>
          <a:prstGeom prst="rect">
            <a:avLst/>
          </a:prstGeom>
          <a:noFill/>
          <a:ln>
            <a:noFill/>
          </a:ln>
        </p:spPr>
      </p:sp>
      <p:sp>
        <p:nvSpPr>
          <p:cNvPr id="134" name="Google Shape;134;p24"/>
          <p:cNvSpPr txBox="1"/>
          <p:nvPr>
            <p:ph idx="3" type="body"/>
          </p:nvPr>
        </p:nvSpPr>
        <p:spPr>
          <a:xfrm>
            <a:off x="3290889" y="842698"/>
            <a:ext cx="2562225" cy="3856303"/>
          </a:xfrm>
          <a:prstGeom prst="rect">
            <a:avLst/>
          </a:prstGeom>
          <a:blipFill rotWithShape="1">
            <a:blip r:embed="rId2">
              <a:alphaModFix/>
            </a:blip>
            <a:stretch>
              <a:fillRect b="0" l="0" r="0" t="0"/>
            </a:stretch>
          </a:blipFill>
          <a:ln>
            <a:noFill/>
          </a:ln>
        </p:spPr>
        <p:txBody>
          <a:bodyPr anchorCtr="0" anchor="t" bIns="0" lIns="228600" spcFirstLastPara="1" rIns="228600" wrap="square" tIns="1097275">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35" name="Google Shape;135;p24"/>
          <p:cNvSpPr/>
          <p:nvPr>
            <p:ph idx="4" type="pic"/>
          </p:nvPr>
        </p:nvSpPr>
        <p:spPr>
          <a:xfrm>
            <a:off x="3544359" y="1214172"/>
            <a:ext cx="620712" cy="620712"/>
          </a:xfrm>
          <a:prstGeom prst="rect">
            <a:avLst/>
          </a:prstGeom>
          <a:noFill/>
          <a:ln>
            <a:noFill/>
          </a:ln>
        </p:spPr>
      </p:sp>
      <p:sp>
        <p:nvSpPr>
          <p:cNvPr id="136" name="Google Shape;136;p24"/>
          <p:cNvSpPr txBox="1"/>
          <p:nvPr>
            <p:ph idx="5" type="body"/>
          </p:nvPr>
        </p:nvSpPr>
        <p:spPr>
          <a:xfrm>
            <a:off x="6124576" y="842698"/>
            <a:ext cx="2562225" cy="3856303"/>
          </a:xfrm>
          <a:prstGeom prst="rect">
            <a:avLst/>
          </a:prstGeom>
          <a:blipFill rotWithShape="1">
            <a:blip r:embed="rId2">
              <a:alphaModFix/>
            </a:blip>
            <a:stretch>
              <a:fillRect b="0" l="0" r="0" t="0"/>
            </a:stretch>
          </a:blipFill>
          <a:ln>
            <a:noFill/>
          </a:ln>
        </p:spPr>
        <p:txBody>
          <a:bodyPr anchorCtr="0" anchor="t" bIns="0" lIns="228600" spcFirstLastPara="1" rIns="228600" wrap="square" tIns="1097275">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37" name="Google Shape;137;p24"/>
          <p:cNvSpPr/>
          <p:nvPr>
            <p:ph idx="6" type="pic"/>
          </p:nvPr>
        </p:nvSpPr>
        <p:spPr>
          <a:xfrm>
            <a:off x="6378046" y="1214172"/>
            <a:ext cx="620712" cy="620712"/>
          </a:xfrm>
          <a:prstGeom prst="rect">
            <a:avLst/>
          </a:prstGeom>
          <a:noFill/>
          <a:ln>
            <a:noFill/>
          </a:ln>
        </p:spPr>
      </p:sp>
      <p:sp>
        <p:nvSpPr>
          <p:cNvPr id="138" name="Google Shape;138;p24"/>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139" name="Google Shape;139;p24"/>
          <p:cNvPicPr preferRelativeResize="0"/>
          <p:nvPr/>
        </p:nvPicPr>
        <p:blipFill rotWithShape="1">
          <a:blip r:embed="rId3">
            <a:alphaModFix/>
          </a:blip>
          <a:srcRect b="0" l="0" r="0" t="0"/>
          <a:stretch/>
        </p:blipFill>
        <p:spPr>
          <a:xfrm>
            <a:off x="461811" y="4845716"/>
            <a:ext cx="1044878" cy="132683"/>
          </a:xfrm>
          <a:prstGeom prst="rect">
            <a:avLst/>
          </a:prstGeom>
          <a:noFill/>
          <a:ln>
            <a:noFill/>
          </a:ln>
        </p:spPr>
      </p:pic>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col fill content">
  <p:cSld name="6 col fill content">
    <p:spTree>
      <p:nvGrpSpPr>
        <p:cNvPr id="140" name="Shape 140"/>
        <p:cNvGrpSpPr/>
        <p:nvPr/>
      </p:nvGrpSpPr>
      <p:grpSpPr>
        <a:xfrm>
          <a:off x="0" y="0"/>
          <a:ext cx="0" cy="0"/>
          <a:chOff x="0" y="0"/>
          <a:chExt cx="0" cy="0"/>
        </a:xfrm>
      </p:grpSpPr>
      <p:sp>
        <p:nvSpPr>
          <p:cNvPr id="141" name="Google Shape;141;p25"/>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42" name="Google Shape;142;p25"/>
          <p:cNvSpPr txBox="1"/>
          <p:nvPr>
            <p:ph type="title"/>
          </p:nvPr>
        </p:nvSpPr>
        <p:spPr>
          <a:xfrm>
            <a:off x="457199" y="429767"/>
            <a:ext cx="8229600" cy="33855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cxnSp>
        <p:nvCxnSpPr>
          <p:cNvPr id="143" name="Google Shape;143;p25"/>
          <p:cNvCxnSpPr/>
          <p:nvPr/>
        </p:nvCxnSpPr>
        <p:spPr>
          <a:xfrm>
            <a:off x="457200" y="334251"/>
            <a:ext cx="8226425" cy="0"/>
          </a:xfrm>
          <a:prstGeom prst="straightConnector1">
            <a:avLst/>
          </a:prstGeom>
          <a:noFill/>
          <a:ln cap="flat" cmpd="sng" w="9525">
            <a:solidFill>
              <a:schemeClr val="accent5"/>
            </a:solidFill>
            <a:prstDash val="solid"/>
            <a:round/>
            <a:headEnd len="sm" w="sm" type="none"/>
            <a:tailEnd len="sm" w="sm" type="none"/>
          </a:ln>
        </p:spPr>
      </p:cxnSp>
      <p:sp>
        <p:nvSpPr>
          <p:cNvPr id="144" name="Google Shape;144;p25"/>
          <p:cNvSpPr txBox="1"/>
          <p:nvPr>
            <p:ph idx="1" type="body"/>
          </p:nvPr>
        </p:nvSpPr>
        <p:spPr>
          <a:xfrm>
            <a:off x="7470071" y="836613"/>
            <a:ext cx="1213555" cy="3862388"/>
          </a:xfrm>
          <a:prstGeom prst="rect">
            <a:avLst/>
          </a:prstGeom>
          <a:blipFill rotWithShape="1">
            <a:blip r:embed="rId2">
              <a:alphaModFix/>
            </a:blip>
            <a:stretch>
              <a:fillRect b="0" l="0" r="0" t="0"/>
            </a:stretch>
          </a:blipFill>
          <a:ln>
            <a:noFill/>
          </a:ln>
        </p:spPr>
        <p:txBody>
          <a:bodyPr anchorCtr="0" anchor="t" bIns="0" lIns="137150" spcFirstLastPara="1" rIns="137150" wrap="square" tIns="457200">
            <a:noAutofit/>
          </a:bodyPr>
          <a:lstStyle>
            <a:lvl1pPr indent="-228600" lvl="0" marL="457200" algn="l">
              <a:lnSpc>
                <a:spcPct val="100000"/>
              </a:lnSpc>
              <a:spcBef>
                <a:spcPts val="0"/>
              </a:spcBef>
              <a:spcAft>
                <a:spcPts val="0"/>
              </a:spcAft>
              <a:buSzPts val="1100"/>
              <a:buFont typeface="Arial"/>
              <a:buNone/>
              <a:defRPr sz="1100"/>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600"/>
              </a:spcBef>
              <a:spcAft>
                <a:spcPts val="0"/>
              </a:spcAft>
              <a:buSzPts val="1000"/>
              <a:buFont typeface="Arial"/>
              <a:buNone/>
              <a:defRPr sz="1000"/>
            </a:lvl3pPr>
            <a:lvl4pPr indent="-292100" lvl="3" marL="1828800" algn="l">
              <a:lnSpc>
                <a:spcPct val="100000"/>
              </a:lnSpc>
              <a:spcBef>
                <a:spcPts val="600"/>
              </a:spcBef>
              <a:spcAft>
                <a:spcPts val="0"/>
              </a:spcAft>
              <a:buSzPts val="1000"/>
              <a:buChar char="•"/>
              <a:defRPr sz="1000"/>
            </a:lvl4pPr>
            <a:lvl5pPr indent="-292100" lvl="4" marL="2286000" algn="l">
              <a:lnSpc>
                <a:spcPct val="100000"/>
              </a:lnSpc>
              <a:spcBef>
                <a:spcPts val="600"/>
              </a:spcBef>
              <a:spcAft>
                <a:spcPts val="0"/>
              </a:spcAft>
              <a:buSzPts val="1000"/>
              <a:buChar char="-"/>
              <a:defRPr sz="1000"/>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45" name="Google Shape;145;p25"/>
          <p:cNvSpPr txBox="1"/>
          <p:nvPr>
            <p:ph idx="2" type="body"/>
          </p:nvPr>
        </p:nvSpPr>
        <p:spPr>
          <a:xfrm>
            <a:off x="457201" y="836613"/>
            <a:ext cx="1213555" cy="3862388"/>
          </a:xfrm>
          <a:prstGeom prst="rect">
            <a:avLst/>
          </a:prstGeom>
          <a:blipFill rotWithShape="1">
            <a:blip r:embed="rId2">
              <a:alphaModFix/>
            </a:blip>
            <a:stretch>
              <a:fillRect b="0" l="0" r="0" t="0"/>
            </a:stretch>
          </a:blipFill>
          <a:ln>
            <a:noFill/>
          </a:ln>
        </p:spPr>
        <p:txBody>
          <a:bodyPr anchorCtr="0" anchor="t" bIns="0" lIns="137150" spcFirstLastPara="1" rIns="137150" wrap="square" tIns="457200">
            <a:noAutofit/>
          </a:bodyPr>
          <a:lstStyle>
            <a:lvl1pPr indent="-228600" lvl="0" marL="457200" algn="l">
              <a:lnSpc>
                <a:spcPct val="100000"/>
              </a:lnSpc>
              <a:spcBef>
                <a:spcPts val="0"/>
              </a:spcBef>
              <a:spcAft>
                <a:spcPts val="0"/>
              </a:spcAft>
              <a:buSzPts val="1100"/>
              <a:buFont typeface="Arial"/>
              <a:buNone/>
              <a:defRPr sz="1100"/>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600"/>
              </a:spcBef>
              <a:spcAft>
                <a:spcPts val="0"/>
              </a:spcAft>
              <a:buSzPts val="1000"/>
              <a:buFont typeface="Arial"/>
              <a:buNone/>
              <a:defRPr sz="1000"/>
            </a:lvl3pPr>
            <a:lvl4pPr indent="-292100" lvl="3" marL="1828800" algn="l">
              <a:lnSpc>
                <a:spcPct val="100000"/>
              </a:lnSpc>
              <a:spcBef>
                <a:spcPts val="600"/>
              </a:spcBef>
              <a:spcAft>
                <a:spcPts val="0"/>
              </a:spcAft>
              <a:buSzPts val="1000"/>
              <a:buChar char="•"/>
              <a:defRPr sz="1000"/>
            </a:lvl4pPr>
            <a:lvl5pPr indent="-292100" lvl="4" marL="2286000" algn="l">
              <a:lnSpc>
                <a:spcPct val="100000"/>
              </a:lnSpc>
              <a:spcBef>
                <a:spcPts val="600"/>
              </a:spcBef>
              <a:spcAft>
                <a:spcPts val="0"/>
              </a:spcAft>
              <a:buSzPts val="1000"/>
              <a:buChar char="-"/>
              <a:defRPr sz="1000"/>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46" name="Google Shape;146;p25"/>
          <p:cNvSpPr txBox="1"/>
          <p:nvPr>
            <p:ph idx="3" type="body"/>
          </p:nvPr>
        </p:nvSpPr>
        <p:spPr>
          <a:xfrm>
            <a:off x="1859775" y="836613"/>
            <a:ext cx="1213555" cy="3862388"/>
          </a:xfrm>
          <a:prstGeom prst="rect">
            <a:avLst/>
          </a:prstGeom>
          <a:blipFill rotWithShape="1">
            <a:blip r:embed="rId2">
              <a:alphaModFix/>
            </a:blip>
            <a:stretch>
              <a:fillRect b="0" l="0" r="0" t="0"/>
            </a:stretch>
          </a:blipFill>
          <a:ln>
            <a:noFill/>
          </a:ln>
        </p:spPr>
        <p:txBody>
          <a:bodyPr anchorCtr="0" anchor="t" bIns="0" lIns="137150" spcFirstLastPara="1" rIns="137150" wrap="square" tIns="457200">
            <a:noAutofit/>
          </a:bodyPr>
          <a:lstStyle>
            <a:lvl1pPr indent="-228600" lvl="0" marL="457200" algn="l">
              <a:lnSpc>
                <a:spcPct val="100000"/>
              </a:lnSpc>
              <a:spcBef>
                <a:spcPts val="0"/>
              </a:spcBef>
              <a:spcAft>
                <a:spcPts val="0"/>
              </a:spcAft>
              <a:buSzPts val="1100"/>
              <a:buFont typeface="Arial"/>
              <a:buNone/>
              <a:defRPr sz="1100"/>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600"/>
              </a:spcBef>
              <a:spcAft>
                <a:spcPts val="0"/>
              </a:spcAft>
              <a:buSzPts val="1000"/>
              <a:buFont typeface="Arial"/>
              <a:buNone/>
              <a:defRPr sz="1000"/>
            </a:lvl3pPr>
            <a:lvl4pPr indent="-292100" lvl="3" marL="1828800" algn="l">
              <a:lnSpc>
                <a:spcPct val="100000"/>
              </a:lnSpc>
              <a:spcBef>
                <a:spcPts val="600"/>
              </a:spcBef>
              <a:spcAft>
                <a:spcPts val="0"/>
              </a:spcAft>
              <a:buSzPts val="1000"/>
              <a:buChar char="•"/>
              <a:defRPr sz="1000"/>
            </a:lvl4pPr>
            <a:lvl5pPr indent="-292100" lvl="4" marL="2286000" algn="l">
              <a:lnSpc>
                <a:spcPct val="100000"/>
              </a:lnSpc>
              <a:spcBef>
                <a:spcPts val="600"/>
              </a:spcBef>
              <a:spcAft>
                <a:spcPts val="0"/>
              </a:spcAft>
              <a:buSzPts val="1000"/>
              <a:buChar char="-"/>
              <a:defRPr sz="1000"/>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47" name="Google Shape;147;p25"/>
          <p:cNvSpPr txBox="1"/>
          <p:nvPr>
            <p:ph idx="4" type="body"/>
          </p:nvPr>
        </p:nvSpPr>
        <p:spPr>
          <a:xfrm>
            <a:off x="3262349" y="836613"/>
            <a:ext cx="1213555" cy="3862388"/>
          </a:xfrm>
          <a:prstGeom prst="rect">
            <a:avLst/>
          </a:prstGeom>
          <a:blipFill rotWithShape="1">
            <a:blip r:embed="rId2">
              <a:alphaModFix/>
            </a:blip>
            <a:stretch>
              <a:fillRect b="0" l="0" r="0" t="0"/>
            </a:stretch>
          </a:blipFill>
          <a:ln>
            <a:noFill/>
          </a:ln>
        </p:spPr>
        <p:txBody>
          <a:bodyPr anchorCtr="0" anchor="t" bIns="0" lIns="137150" spcFirstLastPara="1" rIns="137150" wrap="square" tIns="457200">
            <a:noAutofit/>
          </a:bodyPr>
          <a:lstStyle>
            <a:lvl1pPr indent="-228600" lvl="0" marL="457200" algn="l">
              <a:lnSpc>
                <a:spcPct val="100000"/>
              </a:lnSpc>
              <a:spcBef>
                <a:spcPts val="0"/>
              </a:spcBef>
              <a:spcAft>
                <a:spcPts val="0"/>
              </a:spcAft>
              <a:buSzPts val="1100"/>
              <a:buFont typeface="Arial"/>
              <a:buNone/>
              <a:defRPr sz="1100"/>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600"/>
              </a:spcBef>
              <a:spcAft>
                <a:spcPts val="0"/>
              </a:spcAft>
              <a:buSzPts val="1000"/>
              <a:buFont typeface="Arial"/>
              <a:buNone/>
              <a:defRPr sz="1000"/>
            </a:lvl3pPr>
            <a:lvl4pPr indent="-292100" lvl="3" marL="1828800" algn="l">
              <a:lnSpc>
                <a:spcPct val="100000"/>
              </a:lnSpc>
              <a:spcBef>
                <a:spcPts val="600"/>
              </a:spcBef>
              <a:spcAft>
                <a:spcPts val="0"/>
              </a:spcAft>
              <a:buSzPts val="1000"/>
              <a:buChar char="•"/>
              <a:defRPr sz="1000"/>
            </a:lvl4pPr>
            <a:lvl5pPr indent="-292100" lvl="4" marL="2286000" algn="l">
              <a:lnSpc>
                <a:spcPct val="100000"/>
              </a:lnSpc>
              <a:spcBef>
                <a:spcPts val="600"/>
              </a:spcBef>
              <a:spcAft>
                <a:spcPts val="0"/>
              </a:spcAft>
              <a:buSzPts val="1000"/>
              <a:buChar char="-"/>
              <a:defRPr sz="1000"/>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48" name="Google Shape;148;p25"/>
          <p:cNvSpPr txBox="1"/>
          <p:nvPr>
            <p:ph idx="5" type="body"/>
          </p:nvPr>
        </p:nvSpPr>
        <p:spPr>
          <a:xfrm>
            <a:off x="4664923" y="836613"/>
            <a:ext cx="1213555" cy="3862388"/>
          </a:xfrm>
          <a:prstGeom prst="rect">
            <a:avLst/>
          </a:prstGeom>
          <a:blipFill rotWithShape="1">
            <a:blip r:embed="rId2">
              <a:alphaModFix/>
            </a:blip>
            <a:stretch>
              <a:fillRect b="0" l="0" r="0" t="0"/>
            </a:stretch>
          </a:blipFill>
          <a:ln>
            <a:noFill/>
          </a:ln>
        </p:spPr>
        <p:txBody>
          <a:bodyPr anchorCtr="0" anchor="t" bIns="0" lIns="137150" spcFirstLastPara="1" rIns="137150" wrap="square" tIns="457200">
            <a:noAutofit/>
          </a:bodyPr>
          <a:lstStyle>
            <a:lvl1pPr indent="-228600" lvl="0" marL="457200" algn="l">
              <a:lnSpc>
                <a:spcPct val="100000"/>
              </a:lnSpc>
              <a:spcBef>
                <a:spcPts val="0"/>
              </a:spcBef>
              <a:spcAft>
                <a:spcPts val="0"/>
              </a:spcAft>
              <a:buSzPts val="1100"/>
              <a:buFont typeface="Arial"/>
              <a:buNone/>
              <a:defRPr sz="1100"/>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600"/>
              </a:spcBef>
              <a:spcAft>
                <a:spcPts val="0"/>
              </a:spcAft>
              <a:buSzPts val="1000"/>
              <a:buFont typeface="Arial"/>
              <a:buNone/>
              <a:defRPr sz="1000"/>
            </a:lvl3pPr>
            <a:lvl4pPr indent="-292100" lvl="3" marL="1828800" algn="l">
              <a:lnSpc>
                <a:spcPct val="100000"/>
              </a:lnSpc>
              <a:spcBef>
                <a:spcPts val="600"/>
              </a:spcBef>
              <a:spcAft>
                <a:spcPts val="0"/>
              </a:spcAft>
              <a:buSzPts val="1000"/>
              <a:buChar char="•"/>
              <a:defRPr sz="1000"/>
            </a:lvl4pPr>
            <a:lvl5pPr indent="-292100" lvl="4" marL="2286000" algn="l">
              <a:lnSpc>
                <a:spcPct val="100000"/>
              </a:lnSpc>
              <a:spcBef>
                <a:spcPts val="600"/>
              </a:spcBef>
              <a:spcAft>
                <a:spcPts val="0"/>
              </a:spcAft>
              <a:buSzPts val="1000"/>
              <a:buChar char="-"/>
              <a:defRPr sz="1000"/>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49" name="Google Shape;149;p25"/>
          <p:cNvSpPr txBox="1"/>
          <p:nvPr>
            <p:ph idx="6" type="body"/>
          </p:nvPr>
        </p:nvSpPr>
        <p:spPr>
          <a:xfrm>
            <a:off x="6067497" y="836613"/>
            <a:ext cx="1213555" cy="3862388"/>
          </a:xfrm>
          <a:prstGeom prst="rect">
            <a:avLst/>
          </a:prstGeom>
          <a:blipFill rotWithShape="1">
            <a:blip r:embed="rId2">
              <a:alphaModFix/>
            </a:blip>
            <a:stretch>
              <a:fillRect b="0" l="0" r="0" t="0"/>
            </a:stretch>
          </a:blipFill>
          <a:ln>
            <a:noFill/>
          </a:ln>
        </p:spPr>
        <p:txBody>
          <a:bodyPr anchorCtr="0" anchor="t" bIns="0" lIns="137150" spcFirstLastPara="1" rIns="137150" wrap="square" tIns="457200">
            <a:noAutofit/>
          </a:bodyPr>
          <a:lstStyle>
            <a:lvl1pPr indent="-228600" lvl="0" marL="457200" algn="l">
              <a:lnSpc>
                <a:spcPct val="100000"/>
              </a:lnSpc>
              <a:spcBef>
                <a:spcPts val="0"/>
              </a:spcBef>
              <a:spcAft>
                <a:spcPts val="0"/>
              </a:spcAft>
              <a:buSzPts val="1100"/>
              <a:buFont typeface="Arial"/>
              <a:buNone/>
              <a:defRPr sz="1100"/>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600"/>
              </a:spcBef>
              <a:spcAft>
                <a:spcPts val="0"/>
              </a:spcAft>
              <a:buSzPts val="1000"/>
              <a:buFont typeface="Arial"/>
              <a:buNone/>
              <a:defRPr sz="1000"/>
            </a:lvl3pPr>
            <a:lvl4pPr indent="-292100" lvl="3" marL="1828800" algn="l">
              <a:lnSpc>
                <a:spcPct val="100000"/>
              </a:lnSpc>
              <a:spcBef>
                <a:spcPts val="600"/>
              </a:spcBef>
              <a:spcAft>
                <a:spcPts val="0"/>
              </a:spcAft>
              <a:buSzPts val="1000"/>
              <a:buChar char="•"/>
              <a:defRPr sz="1000"/>
            </a:lvl4pPr>
            <a:lvl5pPr indent="-292100" lvl="4" marL="2286000" algn="l">
              <a:lnSpc>
                <a:spcPct val="100000"/>
              </a:lnSpc>
              <a:spcBef>
                <a:spcPts val="600"/>
              </a:spcBef>
              <a:spcAft>
                <a:spcPts val="0"/>
              </a:spcAft>
              <a:buSzPts val="1000"/>
              <a:buChar char="-"/>
              <a:defRPr sz="1000"/>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50" name="Google Shape;150;p25"/>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151" name="Google Shape;151;p25"/>
          <p:cNvPicPr preferRelativeResize="0"/>
          <p:nvPr/>
        </p:nvPicPr>
        <p:blipFill rotWithShape="1">
          <a:blip r:embed="rId3">
            <a:alphaModFix/>
          </a:blip>
          <a:srcRect b="0" l="0" r="0" t="0"/>
          <a:stretch/>
        </p:blipFill>
        <p:spPr>
          <a:xfrm>
            <a:off x="461811" y="4845716"/>
            <a:ext cx="1044878" cy="132683"/>
          </a:xfrm>
          <a:prstGeom prst="rect">
            <a:avLst/>
          </a:prstGeom>
          <a:noFill/>
          <a:ln>
            <a:noFill/>
          </a:ln>
        </p:spPr>
      </p:pic>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 content quote">
  <p:cSld name="3 col content quote">
    <p:bg>
      <p:bgPr>
        <a:solidFill>
          <a:schemeClr val="lt1"/>
        </a:solidFill>
      </p:bgPr>
    </p:bg>
    <p:spTree>
      <p:nvGrpSpPr>
        <p:cNvPr id="152" name="Shape 152"/>
        <p:cNvGrpSpPr/>
        <p:nvPr/>
      </p:nvGrpSpPr>
      <p:grpSpPr>
        <a:xfrm>
          <a:off x="0" y="0"/>
          <a:ext cx="0" cy="0"/>
          <a:chOff x="0" y="0"/>
          <a:chExt cx="0" cy="0"/>
        </a:xfrm>
      </p:grpSpPr>
      <p:sp>
        <p:nvSpPr>
          <p:cNvPr id="153" name="Google Shape;153;p26"/>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54" name="Google Shape;154;p26"/>
          <p:cNvSpPr txBox="1"/>
          <p:nvPr>
            <p:ph idx="1" type="body"/>
          </p:nvPr>
        </p:nvSpPr>
        <p:spPr>
          <a:xfrm>
            <a:off x="457201" y="836613"/>
            <a:ext cx="2562224" cy="386238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cxnSp>
        <p:nvCxnSpPr>
          <p:cNvPr id="155" name="Google Shape;155;p26"/>
          <p:cNvCxnSpPr/>
          <p:nvPr/>
        </p:nvCxnSpPr>
        <p:spPr>
          <a:xfrm>
            <a:off x="457200" y="334251"/>
            <a:ext cx="8226425" cy="0"/>
          </a:xfrm>
          <a:prstGeom prst="straightConnector1">
            <a:avLst/>
          </a:prstGeom>
          <a:noFill/>
          <a:ln cap="flat" cmpd="sng" w="9525">
            <a:solidFill>
              <a:schemeClr val="accent5"/>
            </a:solidFill>
            <a:prstDash val="solid"/>
            <a:round/>
            <a:headEnd len="sm" w="sm" type="none"/>
            <a:tailEnd len="sm" w="sm" type="none"/>
          </a:ln>
        </p:spPr>
      </p:cxnSp>
      <p:sp>
        <p:nvSpPr>
          <p:cNvPr id="156" name="Google Shape;156;p26"/>
          <p:cNvSpPr txBox="1"/>
          <p:nvPr>
            <p:ph idx="2" type="body"/>
          </p:nvPr>
        </p:nvSpPr>
        <p:spPr>
          <a:xfrm>
            <a:off x="3294065" y="836613"/>
            <a:ext cx="2559049" cy="386238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57" name="Google Shape;157;p26"/>
          <p:cNvSpPr txBox="1"/>
          <p:nvPr>
            <p:ph idx="3" type="body"/>
          </p:nvPr>
        </p:nvSpPr>
        <p:spPr>
          <a:xfrm>
            <a:off x="6124575" y="425806"/>
            <a:ext cx="2559050" cy="142872"/>
          </a:xfrm>
          <a:prstGeom prst="rect">
            <a:avLst/>
          </a:prstGeom>
          <a:solidFill>
            <a:schemeClr val="accent1"/>
          </a:solid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58" name="Google Shape;158;p26"/>
          <p:cNvSpPr txBox="1"/>
          <p:nvPr>
            <p:ph idx="4" type="body"/>
          </p:nvPr>
        </p:nvSpPr>
        <p:spPr>
          <a:xfrm>
            <a:off x="6124575" y="568679"/>
            <a:ext cx="2559049" cy="4130322"/>
          </a:xfrm>
          <a:prstGeom prst="rect">
            <a:avLst/>
          </a:prstGeom>
          <a:blipFill rotWithShape="1">
            <a:blip r:embed="rId2">
              <a:alphaModFix/>
            </a:blip>
            <a:stretch>
              <a:fillRect b="0" l="0" r="0" t="0"/>
            </a:stretch>
          </a:blipFill>
          <a:ln>
            <a:noFill/>
          </a:ln>
        </p:spPr>
        <p:txBody>
          <a:bodyPr anchorCtr="0" anchor="ctr" bIns="0" lIns="365750" spcFirstLastPara="1" rIns="365750" wrap="square" tIns="0">
            <a:noAutofit/>
          </a:bodyPr>
          <a:lstStyle>
            <a:lvl1pPr indent="-228600" lvl="0" marL="457200" algn="l">
              <a:lnSpc>
                <a:spcPct val="100000"/>
              </a:lnSpc>
              <a:spcBef>
                <a:spcPts val="0"/>
              </a:spcBef>
              <a:spcAft>
                <a:spcPts val="0"/>
              </a:spcAft>
              <a:buSzPts val="1600"/>
              <a:buFont typeface="Arial"/>
              <a:buNone/>
              <a:defRPr b="1" sz="1600">
                <a:solidFill>
                  <a:schemeClr val="accent5"/>
                </a:solidFill>
              </a:defRPr>
            </a:lvl1pPr>
            <a:lvl2pPr indent="-228600" lvl="1" marL="914400" algn="l">
              <a:lnSpc>
                <a:spcPct val="100000"/>
              </a:lnSpc>
              <a:spcBef>
                <a:spcPts val="600"/>
              </a:spcBef>
              <a:spcAft>
                <a:spcPts val="0"/>
              </a:spcAft>
              <a:buSzPts val="1400"/>
              <a:buNone/>
              <a:defRPr b="1" sz="1400">
                <a:solidFill>
                  <a:schemeClr val="accent5"/>
                </a:solidFill>
              </a:defRPr>
            </a:lvl2pPr>
            <a:lvl3pPr indent="-228600" lvl="2" marL="1371600" algn="l">
              <a:lnSpc>
                <a:spcPct val="100000"/>
              </a:lnSpc>
              <a:spcBef>
                <a:spcPts val="600"/>
              </a:spcBef>
              <a:spcAft>
                <a:spcPts val="0"/>
              </a:spcAft>
              <a:buSzPts val="1200"/>
              <a:buFont typeface="Arial"/>
              <a:buNone/>
              <a:defRPr b="1" sz="1200">
                <a:solidFill>
                  <a:schemeClr val="accent5"/>
                </a:solidFill>
              </a:defRPr>
            </a:lvl3pPr>
            <a:lvl4pPr indent="-304800" lvl="3" marL="1828800" algn="l">
              <a:lnSpc>
                <a:spcPct val="100000"/>
              </a:lnSpc>
              <a:spcBef>
                <a:spcPts val="600"/>
              </a:spcBef>
              <a:spcAft>
                <a:spcPts val="0"/>
              </a:spcAft>
              <a:buSzPts val="1200"/>
              <a:buChar char="•"/>
              <a:defRPr b="1" sz="1200">
                <a:solidFill>
                  <a:schemeClr val="accent5"/>
                </a:solidFill>
              </a:defRPr>
            </a:lvl4pPr>
            <a:lvl5pPr indent="-304800" lvl="4" marL="2286000" algn="l">
              <a:lnSpc>
                <a:spcPct val="100000"/>
              </a:lnSpc>
              <a:spcBef>
                <a:spcPts val="600"/>
              </a:spcBef>
              <a:spcAft>
                <a:spcPts val="0"/>
              </a:spcAft>
              <a:buSzPts val="1200"/>
              <a:buChar char="-"/>
              <a:defRPr b="1" sz="1200">
                <a:solidFill>
                  <a:schemeClr val="accent5"/>
                </a:solidFill>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59" name="Google Shape;159;p26"/>
          <p:cNvSpPr txBox="1"/>
          <p:nvPr/>
        </p:nvSpPr>
        <p:spPr>
          <a:xfrm>
            <a:off x="6204585" y="-240029"/>
            <a:ext cx="2349501" cy="21320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 sz="1000" u="none" cap="none" strike="noStrike">
                <a:solidFill>
                  <a:schemeClr val="dk1"/>
                </a:solidFill>
                <a:latin typeface="Arial"/>
                <a:ea typeface="Arial"/>
                <a:cs typeface="Arial"/>
                <a:sym typeface="Arial"/>
              </a:rPr>
              <a:t>Top bar of quote field can change color</a:t>
            </a:r>
            <a:endParaRPr b="0" i="0" sz="1400" u="none" cap="none" strike="noStrike">
              <a:solidFill>
                <a:srgbClr val="000000"/>
              </a:solidFill>
              <a:latin typeface="Arial"/>
              <a:ea typeface="Arial"/>
              <a:cs typeface="Arial"/>
              <a:sym typeface="Arial"/>
            </a:endParaRPr>
          </a:p>
        </p:txBody>
      </p:sp>
      <p:pic>
        <p:nvPicPr>
          <p:cNvPr id="160" name="Google Shape;160;p26"/>
          <p:cNvPicPr preferRelativeResize="0"/>
          <p:nvPr/>
        </p:nvPicPr>
        <p:blipFill rotWithShape="1">
          <a:blip r:embed="rId3">
            <a:alphaModFix/>
          </a:blip>
          <a:srcRect b="0" l="0" r="0" t="0"/>
          <a:stretch/>
        </p:blipFill>
        <p:spPr>
          <a:xfrm>
            <a:off x="457200" y="4845716"/>
            <a:ext cx="1054100" cy="132683"/>
          </a:xfrm>
          <a:prstGeom prst="rect">
            <a:avLst/>
          </a:prstGeom>
          <a:noFill/>
          <a:ln>
            <a:noFill/>
          </a:ln>
        </p:spPr>
      </p:pic>
      <p:sp>
        <p:nvSpPr>
          <p:cNvPr id="161" name="Google Shape;161;p26"/>
          <p:cNvSpPr txBox="1"/>
          <p:nvPr>
            <p:ph type="title"/>
          </p:nvPr>
        </p:nvSpPr>
        <p:spPr>
          <a:xfrm>
            <a:off x="457199" y="429767"/>
            <a:ext cx="5395914" cy="406845"/>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62" name="Google Shape;162;p26"/>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ird Page Photo">
  <p:cSld name="Third Page Photo">
    <p:spTree>
      <p:nvGrpSpPr>
        <p:cNvPr id="163" name="Shape 163"/>
        <p:cNvGrpSpPr/>
        <p:nvPr/>
      </p:nvGrpSpPr>
      <p:grpSpPr>
        <a:xfrm>
          <a:off x="0" y="0"/>
          <a:ext cx="0" cy="0"/>
          <a:chOff x="0" y="0"/>
          <a:chExt cx="0" cy="0"/>
        </a:xfrm>
      </p:grpSpPr>
      <p:sp>
        <p:nvSpPr>
          <p:cNvPr id="164" name="Google Shape;164;p27"/>
          <p:cNvSpPr/>
          <p:nvPr>
            <p:ph idx="2" type="pic"/>
          </p:nvPr>
        </p:nvSpPr>
        <p:spPr>
          <a:xfrm>
            <a:off x="6124575" y="836613"/>
            <a:ext cx="2559049" cy="3862388"/>
          </a:xfrm>
          <a:prstGeom prst="rect">
            <a:avLst/>
          </a:prstGeom>
          <a:solidFill>
            <a:srgbClr val="BFBFBF"/>
          </a:solidFill>
          <a:ln>
            <a:noFill/>
          </a:ln>
        </p:spPr>
      </p:sp>
      <p:sp>
        <p:nvSpPr>
          <p:cNvPr id="165" name="Google Shape;165;p27"/>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cxnSp>
        <p:nvCxnSpPr>
          <p:cNvPr id="166" name="Google Shape;166;p27"/>
          <p:cNvCxnSpPr/>
          <p:nvPr/>
        </p:nvCxnSpPr>
        <p:spPr>
          <a:xfrm>
            <a:off x="457200" y="334251"/>
            <a:ext cx="8226425" cy="0"/>
          </a:xfrm>
          <a:prstGeom prst="straightConnector1">
            <a:avLst/>
          </a:prstGeom>
          <a:noFill/>
          <a:ln cap="flat" cmpd="sng" w="9525">
            <a:solidFill>
              <a:schemeClr val="accent5"/>
            </a:solidFill>
            <a:prstDash val="solid"/>
            <a:round/>
            <a:headEnd len="sm" w="sm" type="none"/>
            <a:tailEnd len="sm" w="sm" type="none"/>
          </a:ln>
        </p:spPr>
      </p:cxnSp>
      <p:sp>
        <p:nvSpPr>
          <p:cNvPr id="167" name="Google Shape;167;p27"/>
          <p:cNvSpPr txBox="1"/>
          <p:nvPr>
            <p:ph idx="1" type="body"/>
          </p:nvPr>
        </p:nvSpPr>
        <p:spPr>
          <a:xfrm>
            <a:off x="457201" y="836613"/>
            <a:ext cx="2562224" cy="38623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68" name="Google Shape;168;p27"/>
          <p:cNvSpPr txBox="1"/>
          <p:nvPr>
            <p:ph idx="3" type="body"/>
          </p:nvPr>
        </p:nvSpPr>
        <p:spPr>
          <a:xfrm>
            <a:off x="3294065" y="836613"/>
            <a:ext cx="2559049" cy="3862389"/>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69" name="Google Shape;169;p27"/>
          <p:cNvSpPr txBox="1"/>
          <p:nvPr>
            <p:ph type="title"/>
          </p:nvPr>
        </p:nvSpPr>
        <p:spPr>
          <a:xfrm>
            <a:off x="457199" y="429767"/>
            <a:ext cx="8229600" cy="33855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0" name="Google Shape;170;p27"/>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171" name="Google Shape;171;p27"/>
          <p:cNvPicPr preferRelativeResize="0"/>
          <p:nvPr/>
        </p:nvPicPr>
        <p:blipFill rotWithShape="1">
          <a:blip r:embed="rId2">
            <a:alphaModFix/>
          </a:blip>
          <a:srcRect b="0" l="0" r="0" t="0"/>
          <a:stretch/>
        </p:blipFill>
        <p:spPr>
          <a:xfrm>
            <a:off x="461811" y="4845716"/>
            <a:ext cx="1044878" cy="132683"/>
          </a:xfrm>
          <a:prstGeom prst="rect">
            <a:avLst/>
          </a:prstGeom>
          <a:noFill/>
          <a:ln>
            <a:noFill/>
          </a:ln>
        </p:spPr>
      </p:pic>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Page Photo">
  <p:cSld name="Half Page Photo">
    <p:spTree>
      <p:nvGrpSpPr>
        <p:cNvPr id="172" name="Shape 172"/>
        <p:cNvGrpSpPr/>
        <p:nvPr/>
      </p:nvGrpSpPr>
      <p:grpSpPr>
        <a:xfrm>
          <a:off x="0" y="0"/>
          <a:ext cx="0" cy="0"/>
          <a:chOff x="0" y="0"/>
          <a:chExt cx="0" cy="0"/>
        </a:xfrm>
      </p:grpSpPr>
      <p:sp>
        <p:nvSpPr>
          <p:cNvPr id="173" name="Google Shape;173;p28"/>
          <p:cNvSpPr/>
          <p:nvPr>
            <p:ph idx="2" type="pic"/>
          </p:nvPr>
        </p:nvSpPr>
        <p:spPr>
          <a:xfrm>
            <a:off x="4572001" y="457200"/>
            <a:ext cx="4111625" cy="4229107"/>
          </a:xfrm>
          <a:prstGeom prst="rect">
            <a:avLst/>
          </a:prstGeom>
          <a:solidFill>
            <a:srgbClr val="BFBFBF"/>
          </a:solidFill>
          <a:ln>
            <a:noFill/>
          </a:ln>
        </p:spPr>
      </p:sp>
      <p:cxnSp>
        <p:nvCxnSpPr>
          <p:cNvPr id="174" name="Google Shape;174;p28"/>
          <p:cNvCxnSpPr/>
          <p:nvPr/>
        </p:nvCxnSpPr>
        <p:spPr>
          <a:xfrm>
            <a:off x="457200" y="334251"/>
            <a:ext cx="8226425" cy="0"/>
          </a:xfrm>
          <a:prstGeom prst="straightConnector1">
            <a:avLst/>
          </a:prstGeom>
          <a:noFill/>
          <a:ln cap="flat" cmpd="sng" w="9525">
            <a:solidFill>
              <a:schemeClr val="accent5"/>
            </a:solidFill>
            <a:prstDash val="solid"/>
            <a:round/>
            <a:headEnd len="sm" w="sm" type="none"/>
            <a:tailEnd len="sm" w="sm" type="none"/>
          </a:ln>
        </p:spPr>
      </p:cxnSp>
      <p:sp>
        <p:nvSpPr>
          <p:cNvPr id="175" name="Google Shape;175;p28"/>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76" name="Google Shape;176;p28"/>
          <p:cNvSpPr txBox="1"/>
          <p:nvPr>
            <p:ph idx="1" type="body"/>
          </p:nvPr>
        </p:nvSpPr>
        <p:spPr>
          <a:xfrm>
            <a:off x="457201" y="836613"/>
            <a:ext cx="3981450" cy="3862388"/>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800"/>
              <a:buNone/>
              <a:defRPr/>
            </a:lvl1pPr>
            <a:lvl2pPr indent="-228600" lvl="1" marL="914400" algn="l">
              <a:lnSpc>
                <a:spcPct val="100000"/>
              </a:lnSpc>
              <a:spcBef>
                <a:spcPts val="600"/>
              </a:spcBef>
              <a:spcAft>
                <a:spcPts val="0"/>
              </a:spcAft>
              <a:buSzPts val="1800"/>
              <a:buNone/>
              <a:defRPr/>
            </a:lvl2pPr>
            <a:lvl3pPr indent="-228600" lvl="2" marL="1371600" algn="l">
              <a:lnSpc>
                <a:spcPct val="100000"/>
              </a:lnSpc>
              <a:spcBef>
                <a:spcPts val="600"/>
              </a:spcBef>
              <a:spcAft>
                <a:spcPts val="0"/>
              </a:spcAft>
              <a:buSzPts val="1800"/>
              <a:buNone/>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AutoNum type="arabicPeriod"/>
              <a:defRPr/>
            </a:lvl7pPr>
            <a:lvl8pPr indent="-342900" lvl="7" marL="3657600" algn="l">
              <a:lnSpc>
                <a:spcPct val="100000"/>
              </a:lnSpc>
              <a:spcBef>
                <a:spcPts val="600"/>
              </a:spcBef>
              <a:spcAft>
                <a:spcPts val="0"/>
              </a:spcAft>
              <a:buClr>
                <a:schemeClr val="dk1"/>
              </a:buClr>
              <a:buSzPts val="1800"/>
              <a:buAutoNum type="arabicPeriod"/>
              <a:defRPr/>
            </a:lvl8pPr>
            <a:lvl9pPr indent="-228600" lvl="8" marL="4114800" algn="l">
              <a:lnSpc>
                <a:spcPct val="100000"/>
              </a:lnSpc>
              <a:spcBef>
                <a:spcPts val="600"/>
              </a:spcBef>
              <a:spcAft>
                <a:spcPts val="600"/>
              </a:spcAft>
              <a:buClr>
                <a:schemeClr val="accent6"/>
              </a:buClr>
              <a:buSzPts val="1800"/>
              <a:buNone/>
              <a:defRPr/>
            </a:lvl9pPr>
          </a:lstStyle>
          <a:p/>
        </p:txBody>
      </p:sp>
      <p:sp>
        <p:nvSpPr>
          <p:cNvPr id="177" name="Google Shape;177;p28"/>
          <p:cNvSpPr txBox="1"/>
          <p:nvPr>
            <p:ph type="title"/>
          </p:nvPr>
        </p:nvSpPr>
        <p:spPr>
          <a:xfrm>
            <a:off x="457199" y="429767"/>
            <a:ext cx="3981450" cy="406845"/>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8" name="Google Shape;178;p28"/>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179" name="Google Shape;179;p28"/>
          <p:cNvPicPr preferRelativeResize="0"/>
          <p:nvPr/>
        </p:nvPicPr>
        <p:blipFill rotWithShape="1">
          <a:blip r:embed="rId2">
            <a:alphaModFix/>
          </a:blip>
          <a:srcRect b="0" l="0" r="0" t="0"/>
          <a:stretch/>
        </p:blipFill>
        <p:spPr>
          <a:xfrm>
            <a:off x="461811" y="4845716"/>
            <a:ext cx="1044878" cy="132683"/>
          </a:xfrm>
          <a:prstGeom prst="rect">
            <a:avLst/>
          </a:prstGeom>
          <a:noFill/>
          <a:ln>
            <a:noFill/>
          </a:ln>
        </p:spPr>
      </p:pic>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llout">
  <p:cSld name="Callout">
    <p:bg>
      <p:bgPr>
        <a:blipFill>
          <a:blip r:embed="rId2">
            <a:alphaModFix/>
          </a:blip>
          <a:stretch>
            <a:fillRect/>
          </a:stretch>
        </a:blipFill>
      </p:bgPr>
    </p:bg>
    <p:spTree>
      <p:nvGrpSpPr>
        <p:cNvPr id="180" name="Shape 180"/>
        <p:cNvGrpSpPr/>
        <p:nvPr/>
      </p:nvGrpSpPr>
      <p:grpSpPr>
        <a:xfrm>
          <a:off x="0" y="0"/>
          <a:ext cx="0" cy="0"/>
          <a:chOff x="0" y="0"/>
          <a:chExt cx="0" cy="0"/>
        </a:xfrm>
      </p:grpSpPr>
      <p:sp>
        <p:nvSpPr>
          <p:cNvPr id="181" name="Google Shape;181;p29"/>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82" name="Google Shape;182;p29"/>
          <p:cNvSpPr txBox="1"/>
          <p:nvPr>
            <p:ph idx="1" type="body"/>
          </p:nvPr>
        </p:nvSpPr>
        <p:spPr>
          <a:xfrm>
            <a:off x="457200" y="341971"/>
            <a:ext cx="8226425" cy="4393580"/>
          </a:xfrm>
          <a:prstGeom prst="rect">
            <a:avLst/>
          </a:prstGeom>
          <a:noFill/>
          <a:ln>
            <a:noFill/>
          </a:ln>
        </p:spPr>
        <p:txBody>
          <a:bodyPr anchorCtr="0" anchor="ctr" bIns="0" lIns="685800" spcFirstLastPara="1" rIns="685800" wrap="square" tIns="0">
            <a:noAutofit/>
          </a:bodyPr>
          <a:lstStyle>
            <a:lvl1pPr indent="-228600" lvl="0" marL="457200" algn="l">
              <a:lnSpc>
                <a:spcPct val="100000"/>
              </a:lnSpc>
              <a:spcBef>
                <a:spcPts val="0"/>
              </a:spcBef>
              <a:spcAft>
                <a:spcPts val="0"/>
              </a:spcAft>
              <a:buSzPts val="6000"/>
              <a:buFont typeface="Georgia"/>
              <a:buNone/>
              <a:defRPr b="0" i="0" sz="6000">
                <a:solidFill>
                  <a:schemeClr val="accent6"/>
                </a:solidFill>
                <a:latin typeface="Georgia"/>
                <a:ea typeface="Georgia"/>
                <a:cs typeface="Georgia"/>
                <a:sym typeface="Georgia"/>
              </a:defRPr>
            </a:lvl1pPr>
            <a:lvl2pPr indent="-228600" lvl="1" marL="914400" algn="l">
              <a:lnSpc>
                <a:spcPct val="100000"/>
              </a:lnSpc>
              <a:spcBef>
                <a:spcPts val="600"/>
              </a:spcBef>
              <a:spcAft>
                <a:spcPts val="0"/>
              </a:spcAft>
              <a:buSzPts val="1400"/>
              <a:buNone/>
              <a:defRPr b="1" sz="1400">
                <a:solidFill>
                  <a:schemeClr val="accent5"/>
                </a:solidFill>
              </a:defRPr>
            </a:lvl2pPr>
            <a:lvl3pPr indent="-228600" lvl="2" marL="1371600" algn="l">
              <a:lnSpc>
                <a:spcPct val="100000"/>
              </a:lnSpc>
              <a:spcBef>
                <a:spcPts val="600"/>
              </a:spcBef>
              <a:spcAft>
                <a:spcPts val="0"/>
              </a:spcAft>
              <a:buSzPts val="1400"/>
              <a:buFont typeface="Arial"/>
              <a:buNone/>
              <a:defRPr sz="1400">
                <a:solidFill>
                  <a:schemeClr val="accent5"/>
                </a:solidFill>
              </a:defRPr>
            </a:lvl3pPr>
            <a:lvl4pPr indent="-228600" lvl="3" marL="1828800" algn="l">
              <a:lnSpc>
                <a:spcPct val="100000"/>
              </a:lnSpc>
              <a:spcBef>
                <a:spcPts val="600"/>
              </a:spcBef>
              <a:spcAft>
                <a:spcPts val="0"/>
              </a:spcAft>
              <a:buSzPts val="1200"/>
              <a:buNone/>
              <a:defRPr b="1" sz="1200">
                <a:solidFill>
                  <a:schemeClr val="accent5"/>
                </a:solidFill>
              </a:defRPr>
            </a:lvl4pPr>
            <a:lvl5pPr indent="-228600" lvl="4" marL="2286000" algn="l">
              <a:lnSpc>
                <a:spcPct val="100000"/>
              </a:lnSpc>
              <a:spcBef>
                <a:spcPts val="600"/>
              </a:spcBef>
              <a:spcAft>
                <a:spcPts val="0"/>
              </a:spcAft>
              <a:buSzPts val="1000"/>
              <a:buNone/>
              <a:defRPr b="1" sz="1000">
                <a:solidFill>
                  <a:schemeClr val="accent5"/>
                </a:solidFill>
              </a:defRPr>
            </a:lvl5pPr>
            <a:lvl6pPr indent="-228600" lvl="5" marL="2743200" algn="l">
              <a:lnSpc>
                <a:spcPct val="100000"/>
              </a:lnSpc>
              <a:spcBef>
                <a:spcPts val="600"/>
              </a:spcBef>
              <a:spcAft>
                <a:spcPts val="0"/>
              </a:spcAft>
              <a:buClr>
                <a:schemeClr val="accent5"/>
              </a:buClr>
              <a:buSzPts val="1000"/>
              <a:buFont typeface="Arial"/>
              <a:buNone/>
              <a:defRPr b="1" sz="1000">
                <a:solidFill>
                  <a:schemeClr val="accent5"/>
                </a:solidFill>
              </a:defRPr>
            </a:lvl6pPr>
            <a:lvl7pPr indent="-228600" lvl="6" marL="3200400" algn="l">
              <a:lnSpc>
                <a:spcPct val="100000"/>
              </a:lnSpc>
              <a:spcBef>
                <a:spcPts val="600"/>
              </a:spcBef>
              <a:spcAft>
                <a:spcPts val="0"/>
              </a:spcAft>
              <a:buClr>
                <a:schemeClr val="accent5"/>
              </a:buClr>
              <a:buSzPts val="1000"/>
              <a:buFont typeface="Arial"/>
              <a:buNone/>
              <a:defRPr b="1" sz="1000">
                <a:solidFill>
                  <a:schemeClr val="accent5"/>
                </a:solidFill>
              </a:defRPr>
            </a:lvl7pPr>
            <a:lvl8pPr indent="-228600" lvl="7" marL="3657600" algn="l">
              <a:lnSpc>
                <a:spcPct val="100000"/>
              </a:lnSpc>
              <a:spcBef>
                <a:spcPts val="600"/>
              </a:spcBef>
              <a:spcAft>
                <a:spcPts val="0"/>
              </a:spcAft>
              <a:buClr>
                <a:schemeClr val="accent5"/>
              </a:buClr>
              <a:buSzPts val="1000"/>
              <a:buFont typeface="Arial"/>
              <a:buNone/>
              <a:defRPr b="1" sz="1000">
                <a:solidFill>
                  <a:schemeClr val="accent5"/>
                </a:solidFill>
              </a:defRPr>
            </a:lvl8pPr>
            <a:lvl9pPr indent="-228600" lvl="8" marL="4114800" algn="l">
              <a:lnSpc>
                <a:spcPct val="100000"/>
              </a:lnSpc>
              <a:spcBef>
                <a:spcPts val="600"/>
              </a:spcBef>
              <a:spcAft>
                <a:spcPts val="600"/>
              </a:spcAft>
              <a:buClr>
                <a:schemeClr val="accent5"/>
              </a:buClr>
              <a:buSzPts val="1000"/>
              <a:buFont typeface="Arial"/>
              <a:buNone/>
              <a:defRPr b="1" sz="1000">
                <a:solidFill>
                  <a:schemeClr val="accent5"/>
                </a:solidFill>
              </a:defRPr>
            </a:lvl9pPr>
          </a:lstStyle>
          <a:p/>
        </p:txBody>
      </p:sp>
      <p:sp>
        <p:nvSpPr>
          <p:cNvPr id="183" name="Google Shape;183;p29"/>
          <p:cNvSpPr txBox="1"/>
          <p:nvPr/>
        </p:nvSpPr>
        <p:spPr>
          <a:xfrm>
            <a:off x="0" y="-259096"/>
            <a:ext cx="9144000" cy="22475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 sz="1000" u="none" cap="none" strike="noStrike">
                <a:solidFill>
                  <a:schemeClr val="dk1"/>
                </a:solidFill>
                <a:latin typeface="Arial"/>
                <a:ea typeface="Arial"/>
                <a:cs typeface="Arial"/>
                <a:sym typeface="Arial"/>
              </a:rPr>
              <a:t>Send to back to rotate through graphic options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600"/>
              </a:spcBef>
              <a:spcAft>
                <a:spcPts val="0"/>
              </a:spcAft>
              <a:buClr>
                <a:schemeClr val="dk1"/>
              </a:buClr>
              <a:buSzPts val="1000"/>
              <a:buFont typeface="Calibri"/>
              <a:buNone/>
            </a:pPr>
            <a:r>
              <a:t/>
            </a:r>
            <a:endParaRPr b="0" i="0" sz="1000" u="none" cap="none" strike="noStrike">
              <a:solidFill>
                <a:schemeClr val="dk1"/>
              </a:solidFill>
              <a:latin typeface="Arial"/>
              <a:ea typeface="Arial"/>
              <a:cs typeface="Arial"/>
              <a:sym typeface="Arial"/>
            </a:endParaRPr>
          </a:p>
        </p:txBody>
      </p:sp>
      <p:sp>
        <p:nvSpPr>
          <p:cNvPr id="184" name="Google Shape;184;p29"/>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185" name="Google Shape;185;p29"/>
          <p:cNvPicPr preferRelativeResize="0"/>
          <p:nvPr/>
        </p:nvPicPr>
        <p:blipFill rotWithShape="1">
          <a:blip r:embed="rId3">
            <a:alphaModFix/>
          </a:blip>
          <a:srcRect b="0" l="0" r="0" t="0"/>
          <a:stretch/>
        </p:blipFill>
        <p:spPr>
          <a:xfrm>
            <a:off x="461811" y="4845716"/>
            <a:ext cx="1044878" cy="132683"/>
          </a:xfrm>
          <a:prstGeom prst="rect">
            <a:avLst/>
          </a:prstGeom>
          <a:noFill/>
          <a:ln>
            <a:noFill/>
          </a:ln>
        </p:spPr>
      </p:pic>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amp; captions">
  <p:cSld name="Three Images &amp; captions">
    <p:spTree>
      <p:nvGrpSpPr>
        <p:cNvPr id="186" name="Shape 186"/>
        <p:cNvGrpSpPr/>
        <p:nvPr/>
      </p:nvGrpSpPr>
      <p:grpSpPr>
        <a:xfrm>
          <a:off x="0" y="0"/>
          <a:ext cx="0" cy="0"/>
          <a:chOff x="0" y="0"/>
          <a:chExt cx="0" cy="0"/>
        </a:xfrm>
      </p:grpSpPr>
      <p:sp>
        <p:nvSpPr>
          <p:cNvPr id="187" name="Google Shape;187;p30"/>
          <p:cNvSpPr/>
          <p:nvPr>
            <p:ph idx="2" type="pic"/>
          </p:nvPr>
        </p:nvSpPr>
        <p:spPr>
          <a:xfrm>
            <a:off x="457200" y="1244601"/>
            <a:ext cx="2562225" cy="1443937"/>
          </a:xfrm>
          <a:prstGeom prst="rect">
            <a:avLst/>
          </a:prstGeom>
          <a:solidFill>
            <a:srgbClr val="BFBFBF"/>
          </a:solidFill>
          <a:ln>
            <a:noFill/>
          </a:ln>
        </p:spPr>
      </p:sp>
      <p:sp>
        <p:nvSpPr>
          <p:cNvPr id="188" name="Google Shape;188;p30"/>
          <p:cNvSpPr/>
          <p:nvPr>
            <p:ph idx="3" type="pic"/>
          </p:nvPr>
        </p:nvSpPr>
        <p:spPr>
          <a:xfrm>
            <a:off x="3290889" y="1244601"/>
            <a:ext cx="2562225" cy="1443937"/>
          </a:xfrm>
          <a:prstGeom prst="rect">
            <a:avLst/>
          </a:prstGeom>
          <a:solidFill>
            <a:srgbClr val="BFBFBF"/>
          </a:solidFill>
          <a:ln>
            <a:noFill/>
          </a:ln>
        </p:spPr>
      </p:sp>
      <p:sp>
        <p:nvSpPr>
          <p:cNvPr id="189" name="Google Shape;189;p30"/>
          <p:cNvSpPr/>
          <p:nvPr>
            <p:ph idx="4" type="pic"/>
          </p:nvPr>
        </p:nvSpPr>
        <p:spPr>
          <a:xfrm>
            <a:off x="6124576" y="1244601"/>
            <a:ext cx="2552633" cy="1443937"/>
          </a:xfrm>
          <a:prstGeom prst="rect">
            <a:avLst/>
          </a:prstGeom>
          <a:solidFill>
            <a:srgbClr val="BFBFBF"/>
          </a:solidFill>
          <a:ln>
            <a:noFill/>
          </a:ln>
        </p:spPr>
      </p:sp>
      <p:sp>
        <p:nvSpPr>
          <p:cNvPr id="190" name="Google Shape;190;p30"/>
          <p:cNvSpPr txBox="1"/>
          <p:nvPr>
            <p:ph idx="1" type="body"/>
          </p:nvPr>
        </p:nvSpPr>
        <p:spPr>
          <a:xfrm>
            <a:off x="466793" y="2944814"/>
            <a:ext cx="2552633" cy="9271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SzPts val="1400"/>
              <a:buFont typeface="Arial"/>
              <a:buNone/>
              <a:defRPr b="1" sz="1400">
                <a:solidFill>
                  <a:schemeClr val="accent5"/>
                </a:solidFill>
              </a:defRPr>
            </a:lvl1pPr>
            <a:lvl2pPr indent="-228600" lvl="1" marL="914400" algn="ctr">
              <a:lnSpc>
                <a:spcPct val="100000"/>
              </a:lnSpc>
              <a:spcBef>
                <a:spcPts val="600"/>
              </a:spcBef>
              <a:spcAft>
                <a:spcPts val="0"/>
              </a:spcAft>
              <a:buSzPts val="1200"/>
              <a:buNone/>
              <a:defRPr sz="12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191" name="Google Shape;191;p30"/>
          <p:cNvSpPr txBox="1"/>
          <p:nvPr>
            <p:ph type="title"/>
          </p:nvPr>
        </p:nvSpPr>
        <p:spPr>
          <a:xfrm>
            <a:off x="457199" y="429767"/>
            <a:ext cx="8229600" cy="33855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92" name="Google Shape;192;p30"/>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cxnSp>
        <p:nvCxnSpPr>
          <p:cNvPr id="193" name="Google Shape;193;p30"/>
          <p:cNvCxnSpPr/>
          <p:nvPr/>
        </p:nvCxnSpPr>
        <p:spPr>
          <a:xfrm>
            <a:off x="457200" y="334251"/>
            <a:ext cx="8226425" cy="0"/>
          </a:xfrm>
          <a:prstGeom prst="straightConnector1">
            <a:avLst/>
          </a:prstGeom>
          <a:noFill/>
          <a:ln cap="flat" cmpd="sng" w="9525">
            <a:solidFill>
              <a:schemeClr val="accent5"/>
            </a:solidFill>
            <a:prstDash val="solid"/>
            <a:round/>
            <a:headEnd len="sm" w="sm" type="none"/>
            <a:tailEnd len="sm" w="sm" type="none"/>
          </a:ln>
        </p:spPr>
      </p:cxnSp>
      <p:sp>
        <p:nvSpPr>
          <p:cNvPr id="194" name="Google Shape;194;p30"/>
          <p:cNvSpPr txBox="1"/>
          <p:nvPr>
            <p:ph idx="5" type="body"/>
          </p:nvPr>
        </p:nvSpPr>
        <p:spPr>
          <a:xfrm>
            <a:off x="3294659" y="2944814"/>
            <a:ext cx="2552633" cy="9271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SzPts val="1400"/>
              <a:buFont typeface="Arial"/>
              <a:buNone/>
              <a:defRPr b="1" sz="1400">
                <a:solidFill>
                  <a:schemeClr val="accent5"/>
                </a:solidFill>
              </a:defRPr>
            </a:lvl1pPr>
            <a:lvl2pPr indent="-228600" lvl="1" marL="914400" algn="ctr">
              <a:lnSpc>
                <a:spcPct val="100000"/>
              </a:lnSpc>
              <a:spcBef>
                <a:spcPts val="600"/>
              </a:spcBef>
              <a:spcAft>
                <a:spcPts val="0"/>
              </a:spcAft>
              <a:buSzPts val="1200"/>
              <a:buNone/>
              <a:defRPr sz="12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195" name="Google Shape;195;p30"/>
          <p:cNvSpPr txBox="1"/>
          <p:nvPr>
            <p:ph idx="6" type="body"/>
          </p:nvPr>
        </p:nvSpPr>
        <p:spPr>
          <a:xfrm>
            <a:off x="6122525" y="2944814"/>
            <a:ext cx="2552633" cy="927100"/>
          </a:xfrm>
          <a:prstGeom prst="rect">
            <a:avLst/>
          </a:prstGeom>
          <a:noFill/>
          <a:ln>
            <a:noFill/>
          </a:ln>
        </p:spPr>
        <p:txBody>
          <a:bodyPr anchorCtr="0" anchor="t" bIns="0" lIns="0" spcFirstLastPara="1" rIns="0" wrap="square" tIns="0">
            <a:noAutofit/>
          </a:bodyPr>
          <a:lstStyle>
            <a:lvl1pPr indent="-228600" lvl="0" marL="457200" algn="ctr">
              <a:lnSpc>
                <a:spcPct val="100000"/>
              </a:lnSpc>
              <a:spcBef>
                <a:spcPts val="0"/>
              </a:spcBef>
              <a:spcAft>
                <a:spcPts val="0"/>
              </a:spcAft>
              <a:buSzPts val="1400"/>
              <a:buFont typeface="Arial"/>
              <a:buNone/>
              <a:defRPr b="1" sz="1400">
                <a:solidFill>
                  <a:schemeClr val="accent5"/>
                </a:solidFill>
              </a:defRPr>
            </a:lvl1pPr>
            <a:lvl2pPr indent="-228600" lvl="1" marL="914400" algn="ctr">
              <a:lnSpc>
                <a:spcPct val="100000"/>
              </a:lnSpc>
              <a:spcBef>
                <a:spcPts val="600"/>
              </a:spcBef>
              <a:spcAft>
                <a:spcPts val="0"/>
              </a:spcAft>
              <a:buSzPts val="1200"/>
              <a:buNone/>
              <a:defRPr sz="12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196" name="Google Shape;196;p30"/>
          <p:cNvSpPr txBox="1"/>
          <p:nvPr>
            <p:ph idx="7" type="body"/>
          </p:nvPr>
        </p:nvSpPr>
        <p:spPr>
          <a:xfrm>
            <a:off x="457200" y="836612"/>
            <a:ext cx="8226425" cy="4079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300"/>
              <a:buFont typeface="Arial"/>
              <a:buNone/>
              <a:defRPr b="1" sz="1300">
                <a:solidFill>
                  <a:schemeClr val="accent5"/>
                </a:solidFill>
              </a:defRPr>
            </a:lvl1pPr>
            <a:lvl2pPr indent="-228600" lvl="1" marL="914400" algn="l">
              <a:lnSpc>
                <a:spcPct val="100000"/>
              </a:lnSpc>
              <a:spcBef>
                <a:spcPts val="0"/>
              </a:spcBef>
              <a:spcAft>
                <a:spcPts val="0"/>
              </a:spcAft>
              <a:buSzPts val="1000"/>
              <a:buNone/>
              <a:defRPr b="1" sz="1000">
                <a:solidFill>
                  <a:schemeClr val="accent5"/>
                </a:solidFill>
              </a:defRPr>
            </a:lvl2pPr>
            <a:lvl3pPr indent="-228600" lvl="2" marL="1371600" algn="l">
              <a:lnSpc>
                <a:spcPct val="100000"/>
              </a:lnSpc>
              <a:spcBef>
                <a:spcPts val="600"/>
              </a:spcBef>
              <a:spcAft>
                <a:spcPts val="0"/>
              </a:spcAft>
              <a:buSzPts val="1000"/>
              <a:buFont typeface="Arial"/>
              <a:buNone/>
              <a:defRPr sz="1000">
                <a:solidFill>
                  <a:schemeClr val="accent5"/>
                </a:solidFill>
              </a:defRPr>
            </a:lvl3pPr>
            <a:lvl4pPr indent="-228600" lvl="3" marL="1828800" algn="l">
              <a:lnSpc>
                <a:spcPct val="100000"/>
              </a:lnSpc>
              <a:spcBef>
                <a:spcPts val="600"/>
              </a:spcBef>
              <a:spcAft>
                <a:spcPts val="0"/>
              </a:spcAft>
              <a:buSzPts val="1000"/>
              <a:buNone/>
              <a:defRPr b="1" sz="1000">
                <a:solidFill>
                  <a:schemeClr val="accent5"/>
                </a:solidFill>
              </a:defRPr>
            </a:lvl4pPr>
            <a:lvl5pPr indent="-228600" lvl="4" marL="2286000" algn="l">
              <a:lnSpc>
                <a:spcPct val="100000"/>
              </a:lnSpc>
              <a:spcBef>
                <a:spcPts val="600"/>
              </a:spcBef>
              <a:spcAft>
                <a:spcPts val="0"/>
              </a:spcAft>
              <a:buSzPts val="1000"/>
              <a:buNone/>
              <a:defRPr b="1" sz="1000">
                <a:solidFill>
                  <a:schemeClr val="accent5"/>
                </a:solidFill>
              </a:defRPr>
            </a:lvl5pPr>
            <a:lvl6pPr indent="-228600" lvl="5" marL="2743200" algn="l">
              <a:lnSpc>
                <a:spcPct val="100000"/>
              </a:lnSpc>
              <a:spcBef>
                <a:spcPts val="600"/>
              </a:spcBef>
              <a:spcAft>
                <a:spcPts val="0"/>
              </a:spcAft>
              <a:buClr>
                <a:schemeClr val="accent5"/>
              </a:buClr>
              <a:buSzPts val="1000"/>
              <a:buFont typeface="Arial"/>
              <a:buNone/>
              <a:defRPr b="1" sz="1000">
                <a:solidFill>
                  <a:schemeClr val="accent5"/>
                </a:solidFill>
              </a:defRPr>
            </a:lvl6pPr>
            <a:lvl7pPr indent="-228600" lvl="6" marL="3200400" algn="l">
              <a:lnSpc>
                <a:spcPct val="100000"/>
              </a:lnSpc>
              <a:spcBef>
                <a:spcPts val="600"/>
              </a:spcBef>
              <a:spcAft>
                <a:spcPts val="0"/>
              </a:spcAft>
              <a:buClr>
                <a:schemeClr val="accent5"/>
              </a:buClr>
              <a:buSzPts val="1000"/>
              <a:buFont typeface="Arial"/>
              <a:buNone/>
              <a:defRPr b="1" sz="1000">
                <a:solidFill>
                  <a:schemeClr val="accent5"/>
                </a:solidFill>
              </a:defRPr>
            </a:lvl7pPr>
            <a:lvl8pPr indent="-228600" lvl="7" marL="3657600" algn="l">
              <a:lnSpc>
                <a:spcPct val="100000"/>
              </a:lnSpc>
              <a:spcBef>
                <a:spcPts val="600"/>
              </a:spcBef>
              <a:spcAft>
                <a:spcPts val="0"/>
              </a:spcAft>
              <a:buClr>
                <a:schemeClr val="accent5"/>
              </a:buClr>
              <a:buSzPts val="1000"/>
              <a:buFont typeface="Arial"/>
              <a:buNone/>
              <a:defRPr b="1" sz="1000">
                <a:solidFill>
                  <a:schemeClr val="accent5"/>
                </a:solidFill>
              </a:defRPr>
            </a:lvl8pPr>
            <a:lvl9pPr indent="-228600" lvl="8" marL="4114800" algn="l">
              <a:lnSpc>
                <a:spcPct val="100000"/>
              </a:lnSpc>
              <a:spcBef>
                <a:spcPts val="600"/>
              </a:spcBef>
              <a:spcAft>
                <a:spcPts val="600"/>
              </a:spcAft>
              <a:buClr>
                <a:schemeClr val="accent5"/>
              </a:buClr>
              <a:buSzPts val="1000"/>
              <a:buFont typeface="Arial"/>
              <a:buNone/>
              <a:defRPr b="1" sz="1000">
                <a:solidFill>
                  <a:schemeClr val="accent5"/>
                </a:solidFill>
              </a:defRPr>
            </a:lvl9pPr>
          </a:lstStyle>
          <a:p/>
        </p:txBody>
      </p:sp>
      <p:sp>
        <p:nvSpPr>
          <p:cNvPr id="197" name="Google Shape;197;p30"/>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198" name="Google Shape;198;p30"/>
          <p:cNvPicPr preferRelativeResize="0"/>
          <p:nvPr/>
        </p:nvPicPr>
        <p:blipFill rotWithShape="1">
          <a:blip r:embed="rId2">
            <a:alphaModFix/>
          </a:blip>
          <a:srcRect b="0" l="0" r="0" t="0"/>
          <a:stretch/>
        </p:blipFill>
        <p:spPr>
          <a:xfrm>
            <a:off x="461811" y="4845716"/>
            <a:ext cx="1044878" cy="132683"/>
          </a:xfrm>
          <a:prstGeom prst="rect">
            <a:avLst/>
          </a:prstGeom>
          <a:noFill/>
          <a:ln>
            <a:noFill/>
          </a:ln>
        </p:spPr>
      </p:pic>
    </p:spTree>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age 1">
  <p:cSld name="Team Page 1">
    <p:spTree>
      <p:nvGrpSpPr>
        <p:cNvPr id="199" name="Shape 199"/>
        <p:cNvGrpSpPr/>
        <p:nvPr/>
      </p:nvGrpSpPr>
      <p:grpSpPr>
        <a:xfrm>
          <a:off x="0" y="0"/>
          <a:ext cx="0" cy="0"/>
          <a:chOff x="0" y="0"/>
          <a:chExt cx="0" cy="0"/>
        </a:xfrm>
      </p:grpSpPr>
      <p:cxnSp>
        <p:nvCxnSpPr>
          <p:cNvPr id="200" name="Google Shape;200;p31"/>
          <p:cNvCxnSpPr/>
          <p:nvPr/>
        </p:nvCxnSpPr>
        <p:spPr>
          <a:xfrm>
            <a:off x="457200" y="334251"/>
            <a:ext cx="8226425" cy="0"/>
          </a:xfrm>
          <a:prstGeom prst="straightConnector1">
            <a:avLst/>
          </a:prstGeom>
          <a:noFill/>
          <a:ln cap="flat" cmpd="sng" w="9525">
            <a:solidFill>
              <a:schemeClr val="accent5"/>
            </a:solidFill>
            <a:prstDash val="solid"/>
            <a:round/>
            <a:headEnd len="sm" w="sm" type="none"/>
            <a:tailEnd len="sm" w="sm" type="none"/>
          </a:ln>
        </p:spPr>
      </p:cxnSp>
      <p:sp>
        <p:nvSpPr>
          <p:cNvPr id="201" name="Google Shape;201;p31"/>
          <p:cNvSpPr txBox="1"/>
          <p:nvPr>
            <p:ph type="title"/>
          </p:nvPr>
        </p:nvSpPr>
        <p:spPr>
          <a:xfrm>
            <a:off x="457199" y="429767"/>
            <a:ext cx="8229600" cy="33855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02" name="Google Shape;202;p31"/>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203" name="Google Shape;203;p31"/>
          <p:cNvSpPr/>
          <p:nvPr>
            <p:ph idx="2" type="pic"/>
          </p:nvPr>
        </p:nvSpPr>
        <p:spPr>
          <a:xfrm>
            <a:off x="457201" y="1244601"/>
            <a:ext cx="1447800" cy="1443937"/>
          </a:xfrm>
          <a:prstGeom prst="rect">
            <a:avLst/>
          </a:prstGeom>
          <a:solidFill>
            <a:srgbClr val="BFBFBF"/>
          </a:solidFill>
          <a:ln>
            <a:noFill/>
          </a:ln>
        </p:spPr>
      </p:sp>
      <p:sp>
        <p:nvSpPr>
          <p:cNvPr id="204" name="Google Shape;204;p31"/>
          <p:cNvSpPr txBox="1"/>
          <p:nvPr>
            <p:ph idx="1" type="body"/>
          </p:nvPr>
        </p:nvSpPr>
        <p:spPr>
          <a:xfrm>
            <a:off x="466792" y="2944814"/>
            <a:ext cx="1447801" cy="927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Font typeface="Arial"/>
              <a:buNone/>
              <a:defRPr b="1" sz="1400">
                <a:solidFill>
                  <a:schemeClr val="accent5"/>
                </a:solidFill>
              </a:defRPr>
            </a:lvl1pPr>
            <a:lvl2pPr indent="-228600" lvl="1" marL="914400" algn="l">
              <a:lnSpc>
                <a:spcPct val="100000"/>
              </a:lnSpc>
              <a:spcBef>
                <a:spcPts val="600"/>
              </a:spcBef>
              <a:spcAft>
                <a:spcPts val="0"/>
              </a:spcAft>
              <a:buSzPts val="1200"/>
              <a:buNone/>
              <a:defRPr sz="12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205" name="Google Shape;205;p31"/>
          <p:cNvSpPr/>
          <p:nvPr>
            <p:ph idx="3" type="pic"/>
          </p:nvPr>
        </p:nvSpPr>
        <p:spPr>
          <a:xfrm>
            <a:off x="2692403" y="1244601"/>
            <a:ext cx="1447800" cy="1443937"/>
          </a:xfrm>
          <a:prstGeom prst="rect">
            <a:avLst/>
          </a:prstGeom>
          <a:solidFill>
            <a:srgbClr val="BFBFBF"/>
          </a:solidFill>
          <a:ln>
            <a:noFill/>
          </a:ln>
        </p:spPr>
      </p:sp>
      <p:sp>
        <p:nvSpPr>
          <p:cNvPr id="206" name="Google Shape;206;p31"/>
          <p:cNvSpPr txBox="1"/>
          <p:nvPr>
            <p:ph idx="4" type="body"/>
          </p:nvPr>
        </p:nvSpPr>
        <p:spPr>
          <a:xfrm>
            <a:off x="2701995" y="2944814"/>
            <a:ext cx="1447801" cy="927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Font typeface="Arial"/>
              <a:buNone/>
              <a:defRPr b="1" sz="1400">
                <a:solidFill>
                  <a:schemeClr val="accent5"/>
                </a:solidFill>
              </a:defRPr>
            </a:lvl1pPr>
            <a:lvl2pPr indent="-228600" lvl="1" marL="914400" algn="l">
              <a:lnSpc>
                <a:spcPct val="100000"/>
              </a:lnSpc>
              <a:spcBef>
                <a:spcPts val="600"/>
              </a:spcBef>
              <a:spcAft>
                <a:spcPts val="0"/>
              </a:spcAft>
              <a:buSzPts val="1200"/>
              <a:buNone/>
              <a:defRPr sz="12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207" name="Google Shape;207;p31"/>
          <p:cNvSpPr/>
          <p:nvPr>
            <p:ph idx="5" type="pic"/>
          </p:nvPr>
        </p:nvSpPr>
        <p:spPr>
          <a:xfrm>
            <a:off x="7247468" y="1244601"/>
            <a:ext cx="1447800" cy="1443937"/>
          </a:xfrm>
          <a:prstGeom prst="rect">
            <a:avLst/>
          </a:prstGeom>
          <a:solidFill>
            <a:srgbClr val="BFBFBF"/>
          </a:solidFill>
          <a:ln>
            <a:noFill/>
          </a:ln>
        </p:spPr>
      </p:sp>
      <p:sp>
        <p:nvSpPr>
          <p:cNvPr id="208" name="Google Shape;208;p31"/>
          <p:cNvSpPr txBox="1"/>
          <p:nvPr>
            <p:ph idx="6" type="body"/>
          </p:nvPr>
        </p:nvSpPr>
        <p:spPr>
          <a:xfrm>
            <a:off x="7257059" y="2944814"/>
            <a:ext cx="1447801" cy="927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Font typeface="Arial"/>
              <a:buNone/>
              <a:defRPr b="1" sz="1400">
                <a:solidFill>
                  <a:schemeClr val="accent5"/>
                </a:solidFill>
              </a:defRPr>
            </a:lvl1pPr>
            <a:lvl2pPr indent="-228600" lvl="1" marL="914400" algn="l">
              <a:lnSpc>
                <a:spcPct val="100000"/>
              </a:lnSpc>
              <a:spcBef>
                <a:spcPts val="600"/>
              </a:spcBef>
              <a:spcAft>
                <a:spcPts val="0"/>
              </a:spcAft>
              <a:buSzPts val="1200"/>
              <a:buNone/>
              <a:defRPr sz="12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209" name="Google Shape;209;p31"/>
          <p:cNvSpPr/>
          <p:nvPr>
            <p:ph idx="7" type="pic"/>
          </p:nvPr>
        </p:nvSpPr>
        <p:spPr>
          <a:xfrm>
            <a:off x="4995333" y="1244601"/>
            <a:ext cx="1447800" cy="1443937"/>
          </a:xfrm>
          <a:prstGeom prst="rect">
            <a:avLst/>
          </a:prstGeom>
          <a:solidFill>
            <a:srgbClr val="BFBFBF"/>
          </a:solidFill>
          <a:ln>
            <a:noFill/>
          </a:ln>
        </p:spPr>
      </p:sp>
      <p:sp>
        <p:nvSpPr>
          <p:cNvPr id="210" name="Google Shape;210;p31"/>
          <p:cNvSpPr txBox="1"/>
          <p:nvPr>
            <p:ph idx="8" type="body"/>
          </p:nvPr>
        </p:nvSpPr>
        <p:spPr>
          <a:xfrm>
            <a:off x="5004925" y="2944814"/>
            <a:ext cx="1447801" cy="927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Font typeface="Arial"/>
              <a:buNone/>
              <a:defRPr b="1" sz="1400">
                <a:solidFill>
                  <a:schemeClr val="accent5"/>
                </a:solidFill>
              </a:defRPr>
            </a:lvl1pPr>
            <a:lvl2pPr indent="-228600" lvl="1" marL="914400" algn="l">
              <a:lnSpc>
                <a:spcPct val="100000"/>
              </a:lnSpc>
              <a:spcBef>
                <a:spcPts val="600"/>
              </a:spcBef>
              <a:spcAft>
                <a:spcPts val="0"/>
              </a:spcAft>
              <a:buSzPts val="1200"/>
              <a:buNone/>
              <a:defRPr sz="12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211" name="Google Shape;211;p31"/>
          <p:cNvSpPr txBox="1"/>
          <p:nvPr>
            <p:ph idx="9" type="body"/>
          </p:nvPr>
        </p:nvSpPr>
        <p:spPr>
          <a:xfrm>
            <a:off x="457200" y="836612"/>
            <a:ext cx="8226425" cy="4079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300"/>
              <a:buFont typeface="Arial"/>
              <a:buNone/>
              <a:defRPr b="1" sz="1300">
                <a:solidFill>
                  <a:schemeClr val="accent5"/>
                </a:solidFill>
              </a:defRPr>
            </a:lvl1pPr>
            <a:lvl2pPr indent="-228600" lvl="1" marL="914400" algn="l">
              <a:lnSpc>
                <a:spcPct val="100000"/>
              </a:lnSpc>
              <a:spcBef>
                <a:spcPts val="0"/>
              </a:spcBef>
              <a:spcAft>
                <a:spcPts val="0"/>
              </a:spcAft>
              <a:buSzPts val="1000"/>
              <a:buNone/>
              <a:defRPr b="1" sz="1000">
                <a:solidFill>
                  <a:schemeClr val="accent5"/>
                </a:solidFill>
              </a:defRPr>
            </a:lvl2pPr>
            <a:lvl3pPr indent="-228600" lvl="2" marL="1371600" algn="l">
              <a:lnSpc>
                <a:spcPct val="100000"/>
              </a:lnSpc>
              <a:spcBef>
                <a:spcPts val="600"/>
              </a:spcBef>
              <a:spcAft>
                <a:spcPts val="0"/>
              </a:spcAft>
              <a:buSzPts val="1000"/>
              <a:buFont typeface="Arial"/>
              <a:buNone/>
              <a:defRPr sz="1000">
                <a:solidFill>
                  <a:schemeClr val="accent5"/>
                </a:solidFill>
              </a:defRPr>
            </a:lvl3pPr>
            <a:lvl4pPr indent="-228600" lvl="3" marL="1828800" algn="l">
              <a:lnSpc>
                <a:spcPct val="100000"/>
              </a:lnSpc>
              <a:spcBef>
                <a:spcPts val="600"/>
              </a:spcBef>
              <a:spcAft>
                <a:spcPts val="0"/>
              </a:spcAft>
              <a:buSzPts val="1000"/>
              <a:buNone/>
              <a:defRPr b="1" sz="1000">
                <a:solidFill>
                  <a:schemeClr val="accent5"/>
                </a:solidFill>
              </a:defRPr>
            </a:lvl4pPr>
            <a:lvl5pPr indent="-228600" lvl="4" marL="2286000" algn="l">
              <a:lnSpc>
                <a:spcPct val="100000"/>
              </a:lnSpc>
              <a:spcBef>
                <a:spcPts val="600"/>
              </a:spcBef>
              <a:spcAft>
                <a:spcPts val="0"/>
              </a:spcAft>
              <a:buSzPts val="1000"/>
              <a:buNone/>
              <a:defRPr b="1" sz="1000">
                <a:solidFill>
                  <a:schemeClr val="accent5"/>
                </a:solidFill>
              </a:defRPr>
            </a:lvl5pPr>
            <a:lvl6pPr indent="-228600" lvl="5" marL="2743200" algn="l">
              <a:lnSpc>
                <a:spcPct val="100000"/>
              </a:lnSpc>
              <a:spcBef>
                <a:spcPts val="600"/>
              </a:spcBef>
              <a:spcAft>
                <a:spcPts val="0"/>
              </a:spcAft>
              <a:buClr>
                <a:schemeClr val="accent5"/>
              </a:buClr>
              <a:buSzPts val="1000"/>
              <a:buFont typeface="Arial"/>
              <a:buNone/>
              <a:defRPr b="1" sz="1000">
                <a:solidFill>
                  <a:schemeClr val="accent5"/>
                </a:solidFill>
              </a:defRPr>
            </a:lvl6pPr>
            <a:lvl7pPr indent="-228600" lvl="6" marL="3200400" algn="l">
              <a:lnSpc>
                <a:spcPct val="100000"/>
              </a:lnSpc>
              <a:spcBef>
                <a:spcPts val="600"/>
              </a:spcBef>
              <a:spcAft>
                <a:spcPts val="0"/>
              </a:spcAft>
              <a:buClr>
                <a:schemeClr val="accent5"/>
              </a:buClr>
              <a:buSzPts val="1000"/>
              <a:buFont typeface="Arial"/>
              <a:buNone/>
              <a:defRPr b="1" sz="1000">
                <a:solidFill>
                  <a:schemeClr val="accent5"/>
                </a:solidFill>
              </a:defRPr>
            </a:lvl7pPr>
            <a:lvl8pPr indent="-228600" lvl="7" marL="3657600" algn="l">
              <a:lnSpc>
                <a:spcPct val="100000"/>
              </a:lnSpc>
              <a:spcBef>
                <a:spcPts val="600"/>
              </a:spcBef>
              <a:spcAft>
                <a:spcPts val="0"/>
              </a:spcAft>
              <a:buClr>
                <a:schemeClr val="accent5"/>
              </a:buClr>
              <a:buSzPts val="1000"/>
              <a:buFont typeface="Arial"/>
              <a:buNone/>
              <a:defRPr b="1" sz="1000">
                <a:solidFill>
                  <a:schemeClr val="accent5"/>
                </a:solidFill>
              </a:defRPr>
            </a:lvl8pPr>
            <a:lvl9pPr indent="-228600" lvl="8" marL="4114800" algn="l">
              <a:lnSpc>
                <a:spcPct val="100000"/>
              </a:lnSpc>
              <a:spcBef>
                <a:spcPts val="600"/>
              </a:spcBef>
              <a:spcAft>
                <a:spcPts val="600"/>
              </a:spcAft>
              <a:buClr>
                <a:schemeClr val="accent5"/>
              </a:buClr>
              <a:buSzPts val="1000"/>
              <a:buFont typeface="Arial"/>
              <a:buNone/>
              <a:defRPr b="1" sz="1000">
                <a:solidFill>
                  <a:schemeClr val="accent5"/>
                </a:solidFill>
              </a:defRPr>
            </a:lvl9pPr>
          </a:lstStyle>
          <a:p/>
        </p:txBody>
      </p:sp>
      <p:sp>
        <p:nvSpPr>
          <p:cNvPr id="212" name="Google Shape;212;p31"/>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213" name="Google Shape;213;p31"/>
          <p:cNvPicPr preferRelativeResize="0"/>
          <p:nvPr/>
        </p:nvPicPr>
        <p:blipFill rotWithShape="1">
          <a:blip r:embed="rId2">
            <a:alphaModFix/>
          </a:blip>
          <a:srcRect b="0" l="0" r="0" t="0"/>
          <a:stretch/>
        </p:blipFill>
        <p:spPr>
          <a:xfrm>
            <a:off x="461811" y="4845716"/>
            <a:ext cx="1044878" cy="132683"/>
          </a:xfrm>
          <a:prstGeom prst="rect">
            <a:avLst/>
          </a:prstGeom>
          <a:noFill/>
          <a:ln>
            <a:noFill/>
          </a:ln>
        </p:spPr>
      </p:pic>
    </p:spTree>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age 2">
  <p:cSld name="Team Page 2">
    <p:spTree>
      <p:nvGrpSpPr>
        <p:cNvPr id="214" name="Shape 214"/>
        <p:cNvGrpSpPr/>
        <p:nvPr/>
      </p:nvGrpSpPr>
      <p:grpSpPr>
        <a:xfrm>
          <a:off x="0" y="0"/>
          <a:ext cx="0" cy="0"/>
          <a:chOff x="0" y="0"/>
          <a:chExt cx="0" cy="0"/>
        </a:xfrm>
      </p:grpSpPr>
      <p:cxnSp>
        <p:nvCxnSpPr>
          <p:cNvPr id="215" name="Google Shape;215;p32"/>
          <p:cNvCxnSpPr/>
          <p:nvPr/>
        </p:nvCxnSpPr>
        <p:spPr>
          <a:xfrm>
            <a:off x="457200" y="334251"/>
            <a:ext cx="8226425" cy="0"/>
          </a:xfrm>
          <a:prstGeom prst="straightConnector1">
            <a:avLst/>
          </a:prstGeom>
          <a:noFill/>
          <a:ln cap="flat" cmpd="sng" w="9525">
            <a:solidFill>
              <a:schemeClr val="accent5"/>
            </a:solidFill>
            <a:prstDash val="solid"/>
            <a:round/>
            <a:headEnd len="sm" w="sm" type="none"/>
            <a:tailEnd len="sm" w="sm" type="none"/>
          </a:ln>
        </p:spPr>
      </p:cxnSp>
      <p:sp>
        <p:nvSpPr>
          <p:cNvPr id="216" name="Google Shape;216;p32"/>
          <p:cNvSpPr txBox="1"/>
          <p:nvPr>
            <p:ph type="title"/>
          </p:nvPr>
        </p:nvSpPr>
        <p:spPr>
          <a:xfrm>
            <a:off x="457199" y="429767"/>
            <a:ext cx="8229600" cy="33855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7" name="Google Shape;217;p32"/>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218" name="Google Shape;218;p32"/>
          <p:cNvSpPr/>
          <p:nvPr>
            <p:ph idx="2" type="pic"/>
          </p:nvPr>
        </p:nvSpPr>
        <p:spPr>
          <a:xfrm>
            <a:off x="457200" y="1244600"/>
            <a:ext cx="844797" cy="842543"/>
          </a:xfrm>
          <a:prstGeom prst="rect">
            <a:avLst/>
          </a:prstGeom>
          <a:solidFill>
            <a:srgbClr val="BFBFBF"/>
          </a:solidFill>
          <a:ln>
            <a:noFill/>
          </a:ln>
        </p:spPr>
      </p:sp>
      <p:sp>
        <p:nvSpPr>
          <p:cNvPr id="219" name="Google Shape;219;p32"/>
          <p:cNvSpPr txBox="1"/>
          <p:nvPr>
            <p:ph idx="1" type="body"/>
          </p:nvPr>
        </p:nvSpPr>
        <p:spPr>
          <a:xfrm>
            <a:off x="1376155" y="1244600"/>
            <a:ext cx="1638150" cy="84254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000"/>
              <a:buFont typeface="Arial"/>
              <a:buNone/>
              <a:defRPr b="1" sz="1000">
                <a:solidFill>
                  <a:schemeClr val="accent5"/>
                </a:solidFill>
              </a:defRPr>
            </a:lvl1pPr>
            <a:lvl2pPr indent="-228600" lvl="1" marL="914400" algn="l">
              <a:lnSpc>
                <a:spcPct val="100000"/>
              </a:lnSpc>
              <a:spcBef>
                <a:spcPts val="600"/>
              </a:spcBef>
              <a:spcAft>
                <a:spcPts val="0"/>
              </a:spcAft>
              <a:buSzPts val="1000"/>
              <a:buNone/>
              <a:defRPr sz="10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220" name="Google Shape;220;p32"/>
          <p:cNvSpPr/>
          <p:nvPr>
            <p:ph idx="3" type="pic"/>
          </p:nvPr>
        </p:nvSpPr>
        <p:spPr>
          <a:xfrm>
            <a:off x="457200" y="2302934"/>
            <a:ext cx="844797" cy="842543"/>
          </a:xfrm>
          <a:prstGeom prst="rect">
            <a:avLst/>
          </a:prstGeom>
          <a:solidFill>
            <a:srgbClr val="BFBFBF"/>
          </a:solidFill>
          <a:ln>
            <a:noFill/>
          </a:ln>
        </p:spPr>
      </p:sp>
      <p:sp>
        <p:nvSpPr>
          <p:cNvPr id="221" name="Google Shape;221;p32"/>
          <p:cNvSpPr txBox="1"/>
          <p:nvPr>
            <p:ph idx="4" type="body"/>
          </p:nvPr>
        </p:nvSpPr>
        <p:spPr>
          <a:xfrm>
            <a:off x="1376155" y="2302933"/>
            <a:ext cx="1638150" cy="84254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000"/>
              <a:buFont typeface="Arial"/>
              <a:buNone/>
              <a:defRPr b="1" sz="1000">
                <a:solidFill>
                  <a:schemeClr val="accent5"/>
                </a:solidFill>
              </a:defRPr>
            </a:lvl1pPr>
            <a:lvl2pPr indent="-228600" lvl="1" marL="914400" algn="l">
              <a:lnSpc>
                <a:spcPct val="100000"/>
              </a:lnSpc>
              <a:spcBef>
                <a:spcPts val="600"/>
              </a:spcBef>
              <a:spcAft>
                <a:spcPts val="0"/>
              </a:spcAft>
              <a:buSzPts val="1000"/>
              <a:buNone/>
              <a:defRPr sz="10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222" name="Google Shape;222;p32"/>
          <p:cNvSpPr/>
          <p:nvPr>
            <p:ph idx="5" type="pic"/>
          </p:nvPr>
        </p:nvSpPr>
        <p:spPr>
          <a:xfrm>
            <a:off x="457200" y="3361268"/>
            <a:ext cx="844797" cy="842543"/>
          </a:xfrm>
          <a:prstGeom prst="rect">
            <a:avLst/>
          </a:prstGeom>
          <a:solidFill>
            <a:srgbClr val="BFBFBF"/>
          </a:solidFill>
          <a:ln>
            <a:noFill/>
          </a:ln>
        </p:spPr>
      </p:sp>
      <p:sp>
        <p:nvSpPr>
          <p:cNvPr id="223" name="Google Shape;223;p32"/>
          <p:cNvSpPr txBox="1"/>
          <p:nvPr>
            <p:ph idx="6" type="body"/>
          </p:nvPr>
        </p:nvSpPr>
        <p:spPr>
          <a:xfrm>
            <a:off x="1376155" y="3361267"/>
            <a:ext cx="1638150" cy="84254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000"/>
              <a:buFont typeface="Arial"/>
              <a:buNone/>
              <a:defRPr b="1" sz="1000">
                <a:solidFill>
                  <a:schemeClr val="accent5"/>
                </a:solidFill>
              </a:defRPr>
            </a:lvl1pPr>
            <a:lvl2pPr indent="-228600" lvl="1" marL="914400" algn="l">
              <a:lnSpc>
                <a:spcPct val="100000"/>
              </a:lnSpc>
              <a:spcBef>
                <a:spcPts val="600"/>
              </a:spcBef>
              <a:spcAft>
                <a:spcPts val="0"/>
              </a:spcAft>
              <a:buSzPts val="1000"/>
              <a:buNone/>
              <a:defRPr sz="10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224" name="Google Shape;224;p32"/>
          <p:cNvSpPr/>
          <p:nvPr>
            <p:ph idx="7" type="pic"/>
          </p:nvPr>
        </p:nvSpPr>
        <p:spPr>
          <a:xfrm>
            <a:off x="3293535" y="1244600"/>
            <a:ext cx="844797" cy="842543"/>
          </a:xfrm>
          <a:prstGeom prst="rect">
            <a:avLst/>
          </a:prstGeom>
          <a:solidFill>
            <a:srgbClr val="BFBFBF"/>
          </a:solidFill>
          <a:ln>
            <a:noFill/>
          </a:ln>
        </p:spPr>
      </p:sp>
      <p:sp>
        <p:nvSpPr>
          <p:cNvPr id="225" name="Google Shape;225;p32"/>
          <p:cNvSpPr txBox="1"/>
          <p:nvPr>
            <p:ph idx="8" type="body"/>
          </p:nvPr>
        </p:nvSpPr>
        <p:spPr>
          <a:xfrm>
            <a:off x="4212489" y="1244600"/>
            <a:ext cx="1638150" cy="84254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000"/>
              <a:buFont typeface="Arial"/>
              <a:buNone/>
              <a:defRPr b="1" sz="1000">
                <a:solidFill>
                  <a:schemeClr val="accent5"/>
                </a:solidFill>
              </a:defRPr>
            </a:lvl1pPr>
            <a:lvl2pPr indent="-228600" lvl="1" marL="914400" algn="l">
              <a:lnSpc>
                <a:spcPct val="100000"/>
              </a:lnSpc>
              <a:spcBef>
                <a:spcPts val="600"/>
              </a:spcBef>
              <a:spcAft>
                <a:spcPts val="0"/>
              </a:spcAft>
              <a:buSzPts val="1000"/>
              <a:buNone/>
              <a:defRPr sz="10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226" name="Google Shape;226;p32"/>
          <p:cNvSpPr/>
          <p:nvPr>
            <p:ph idx="9" type="pic"/>
          </p:nvPr>
        </p:nvSpPr>
        <p:spPr>
          <a:xfrm>
            <a:off x="3293535" y="2302934"/>
            <a:ext cx="844797" cy="842543"/>
          </a:xfrm>
          <a:prstGeom prst="rect">
            <a:avLst/>
          </a:prstGeom>
          <a:solidFill>
            <a:srgbClr val="BFBFBF"/>
          </a:solidFill>
          <a:ln>
            <a:noFill/>
          </a:ln>
        </p:spPr>
      </p:sp>
      <p:sp>
        <p:nvSpPr>
          <p:cNvPr id="227" name="Google Shape;227;p32"/>
          <p:cNvSpPr txBox="1"/>
          <p:nvPr>
            <p:ph idx="13" type="body"/>
          </p:nvPr>
        </p:nvSpPr>
        <p:spPr>
          <a:xfrm>
            <a:off x="4212489" y="2302933"/>
            <a:ext cx="1638150" cy="84254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000"/>
              <a:buFont typeface="Arial"/>
              <a:buNone/>
              <a:defRPr b="1" sz="1000">
                <a:solidFill>
                  <a:schemeClr val="accent5"/>
                </a:solidFill>
              </a:defRPr>
            </a:lvl1pPr>
            <a:lvl2pPr indent="-228600" lvl="1" marL="914400" algn="l">
              <a:lnSpc>
                <a:spcPct val="100000"/>
              </a:lnSpc>
              <a:spcBef>
                <a:spcPts val="600"/>
              </a:spcBef>
              <a:spcAft>
                <a:spcPts val="0"/>
              </a:spcAft>
              <a:buSzPts val="1000"/>
              <a:buNone/>
              <a:defRPr sz="10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228" name="Google Shape;228;p32"/>
          <p:cNvSpPr/>
          <p:nvPr>
            <p:ph idx="14" type="pic"/>
          </p:nvPr>
        </p:nvSpPr>
        <p:spPr>
          <a:xfrm>
            <a:off x="3293535" y="3361268"/>
            <a:ext cx="844797" cy="842543"/>
          </a:xfrm>
          <a:prstGeom prst="rect">
            <a:avLst/>
          </a:prstGeom>
          <a:solidFill>
            <a:srgbClr val="BFBFBF"/>
          </a:solidFill>
          <a:ln>
            <a:noFill/>
          </a:ln>
        </p:spPr>
      </p:sp>
      <p:sp>
        <p:nvSpPr>
          <p:cNvPr id="229" name="Google Shape;229;p32"/>
          <p:cNvSpPr txBox="1"/>
          <p:nvPr>
            <p:ph idx="15" type="body"/>
          </p:nvPr>
        </p:nvSpPr>
        <p:spPr>
          <a:xfrm>
            <a:off x="4212489" y="3361267"/>
            <a:ext cx="1638150" cy="84254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000"/>
              <a:buFont typeface="Arial"/>
              <a:buNone/>
              <a:defRPr b="1" sz="1000">
                <a:solidFill>
                  <a:schemeClr val="accent5"/>
                </a:solidFill>
              </a:defRPr>
            </a:lvl1pPr>
            <a:lvl2pPr indent="-228600" lvl="1" marL="914400" algn="l">
              <a:lnSpc>
                <a:spcPct val="100000"/>
              </a:lnSpc>
              <a:spcBef>
                <a:spcPts val="600"/>
              </a:spcBef>
              <a:spcAft>
                <a:spcPts val="0"/>
              </a:spcAft>
              <a:buSzPts val="1000"/>
              <a:buNone/>
              <a:defRPr sz="10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230" name="Google Shape;230;p32"/>
          <p:cNvSpPr/>
          <p:nvPr>
            <p:ph idx="16" type="pic"/>
          </p:nvPr>
        </p:nvSpPr>
        <p:spPr>
          <a:xfrm>
            <a:off x="6121402" y="1244600"/>
            <a:ext cx="844797" cy="842543"/>
          </a:xfrm>
          <a:prstGeom prst="rect">
            <a:avLst/>
          </a:prstGeom>
          <a:solidFill>
            <a:srgbClr val="BFBFBF"/>
          </a:solidFill>
          <a:ln>
            <a:noFill/>
          </a:ln>
        </p:spPr>
      </p:sp>
      <p:sp>
        <p:nvSpPr>
          <p:cNvPr id="231" name="Google Shape;231;p32"/>
          <p:cNvSpPr txBox="1"/>
          <p:nvPr>
            <p:ph idx="17" type="body"/>
          </p:nvPr>
        </p:nvSpPr>
        <p:spPr>
          <a:xfrm>
            <a:off x="7040356" y="1244600"/>
            <a:ext cx="1638150" cy="84254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000"/>
              <a:buFont typeface="Arial"/>
              <a:buNone/>
              <a:defRPr b="1" sz="1000">
                <a:solidFill>
                  <a:schemeClr val="accent5"/>
                </a:solidFill>
              </a:defRPr>
            </a:lvl1pPr>
            <a:lvl2pPr indent="-228600" lvl="1" marL="914400" algn="l">
              <a:lnSpc>
                <a:spcPct val="100000"/>
              </a:lnSpc>
              <a:spcBef>
                <a:spcPts val="600"/>
              </a:spcBef>
              <a:spcAft>
                <a:spcPts val="0"/>
              </a:spcAft>
              <a:buSzPts val="1000"/>
              <a:buNone/>
              <a:defRPr sz="10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232" name="Google Shape;232;p32"/>
          <p:cNvSpPr/>
          <p:nvPr>
            <p:ph idx="18" type="pic"/>
          </p:nvPr>
        </p:nvSpPr>
        <p:spPr>
          <a:xfrm>
            <a:off x="6121402" y="2302934"/>
            <a:ext cx="844797" cy="842543"/>
          </a:xfrm>
          <a:prstGeom prst="rect">
            <a:avLst/>
          </a:prstGeom>
          <a:solidFill>
            <a:srgbClr val="BFBFBF"/>
          </a:solidFill>
          <a:ln>
            <a:noFill/>
          </a:ln>
        </p:spPr>
      </p:sp>
      <p:sp>
        <p:nvSpPr>
          <p:cNvPr id="233" name="Google Shape;233;p32"/>
          <p:cNvSpPr txBox="1"/>
          <p:nvPr>
            <p:ph idx="19" type="body"/>
          </p:nvPr>
        </p:nvSpPr>
        <p:spPr>
          <a:xfrm>
            <a:off x="7040356" y="2302933"/>
            <a:ext cx="1638150" cy="84254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000"/>
              <a:buFont typeface="Arial"/>
              <a:buNone/>
              <a:defRPr b="1" sz="1000">
                <a:solidFill>
                  <a:schemeClr val="accent5"/>
                </a:solidFill>
              </a:defRPr>
            </a:lvl1pPr>
            <a:lvl2pPr indent="-228600" lvl="1" marL="914400" algn="l">
              <a:lnSpc>
                <a:spcPct val="100000"/>
              </a:lnSpc>
              <a:spcBef>
                <a:spcPts val="600"/>
              </a:spcBef>
              <a:spcAft>
                <a:spcPts val="0"/>
              </a:spcAft>
              <a:buSzPts val="1000"/>
              <a:buNone/>
              <a:defRPr sz="10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234" name="Google Shape;234;p32"/>
          <p:cNvSpPr/>
          <p:nvPr>
            <p:ph idx="20" type="pic"/>
          </p:nvPr>
        </p:nvSpPr>
        <p:spPr>
          <a:xfrm>
            <a:off x="6121402" y="3361268"/>
            <a:ext cx="844797" cy="842543"/>
          </a:xfrm>
          <a:prstGeom prst="rect">
            <a:avLst/>
          </a:prstGeom>
          <a:solidFill>
            <a:srgbClr val="BFBFBF"/>
          </a:solidFill>
          <a:ln>
            <a:noFill/>
          </a:ln>
        </p:spPr>
      </p:sp>
      <p:sp>
        <p:nvSpPr>
          <p:cNvPr id="235" name="Google Shape;235;p32"/>
          <p:cNvSpPr txBox="1"/>
          <p:nvPr>
            <p:ph idx="21" type="body"/>
          </p:nvPr>
        </p:nvSpPr>
        <p:spPr>
          <a:xfrm>
            <a:off x="7040356" y="3361267"/>
            <a:ext cx="1638150" cy="84254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000"/>
              <a:buFont typeface="Arial"/>
              <a:buNone/>
              <a:defRPr b="1" sz="1000">
                <a:solidFill>
                  <a:schemeClr val="accent5"/>
                </a:solidFill>
              </a:defRPr>
            </a:lvl1pPr>
            <a:lvl2pPr indent="-228600" lvl="1" marL="914400" algn="l">
              <a:lnSpc>
                <a:spcPct val="100000"/>
              </a:lnSpc>
              <a:spcBef>
                <a:spcPts val="600"/>
              </a:spcBef>
              <a:spcAft>
                <a:spcPts val="0"/>
              </a:spcAft>
              <a:buSzPts val="1000"/>
              <a:buNone/>
              <a:defRPr sz="1000">
                <a:solidFill>
                  <a:schemeClr val="dk2"/>
                </a:solidFill>
              </a:defRPr>
            </a:lvl2pPr>
            <a:lvl3pPr indent="-228600" lvl="2" marL="1371600" algn="l">
              <a:lnSpc>
                <a:spcPct val="100000"/>
              </a:lnSpc>
              <a:spcBef>
                <a:spcPts val="600"/>
              </a:spcBef>
              <a:spcAft>
                <a:spcPts val="0"/>
              </a:spcAft>
              <a:buSzPts val="1200"/>
              <a:buFont typeface="Arial"/>
              <a:buNone/>
              <a:defRPr b="0">
                <a:solidFill>
                  <a:schemeClr val="dk1"/>
                </a:solidFill>
              </a:defRPr>
            </a:lvl3pPr>
            <a:lvl4pPr indent="-228600" lvl="3" marL="1828800" algn="l">
              <a:lnSpc>
                <a:spcPct val="100000"/>
              </a:lnSpc>
              <a:spcBef>
                <a:spcPts val="600"/>
              </a:spcBef>
              <a:spcAft>
                <a:spcPts val="0"/>
              </a:spcAft>
              <a:buSzPts val="1200"/>
              <a:buNone/>
              <a:defRPr b="1">
                <a:solidFill>
                  <a:schemeClr val="dk1"/>
                </a:solidFill>
              </a:defRPr>
            </a:lvl4pPr>
            <a:lvl5pPr indent="-228600" lvl="4" marL="2286000" algn="l">
              <a:lnSpc>
                <a:spcPct val="100000"/>
              </a:lnSpc>
              <a:spcBef>
                <a:spcPts val="600"/>
              </a:spcBef>
              <a:spcAft>
                <a:spcPts val="0"/>
              </a:spcAft>
              <a:buSzPts val="1200"/>
              <a:buNone/>
              <a:defRPr>
                <a:solidFill>
                  <a:schemeClr val="dk1"/>
                </a:solidFill>
              </a:defRPr>
            </a:lvl5pPr>
            <a:lvl6pPr indent="-228600" lvl="5" marL="2743200" algn="l">
              <a:lnSpc>
                <a:spcPct val="100000"/>
              </a:lnSpc>
              <a:spcBef>
                <a:spcPts val="600"/>
              </a:spcBef>
              <a:spcAft>
                <a:spcPts val="0"/>
              </a:spcAft>
              <a:buClr>
                <a:schemeClr val="dk1"/>
              </a:buClr>
              <a:buSzPts val="1200"/>
              <a:buFont typeface="Arial"/>
              <a:buNone/>
              <a:defRPr/>
            </a:lvl6pPr>
            <a:lvl7pPr indent="-228600" lvl="6" marL="3200400" algn="l">
              <a:lnSpc>
                <a:spcPct val="100000"/>
              </a:lnSpc>
              <a:spcBef>
                <a:spcPts val="600"/>
              </a:spcBef>
              <a:spcAft>
                <a:spcPts val="0"/>
              </a:spcAft>
              <a:buClr>
                <a:schemeClr val="dk2"/>
              </a:buClr>
              <a:buSzPts val="1200"/>
              <a:buFont typeface="Arial"/>
              <a:buNone/>
              <a:defRPr>
                <a:solidFill>
                  <a:schemeClr val="dk2"/>
                </a:solidFill>
              </a:defRPr>
            </a:lvl7pPr>
            <a:lvl8pPr indent="-228600" lvl="7" marL="3657600" algn="l">
              <a:lnSpc>
                <a:spcPct val="100000"/>
              </a:lnSpc>
              <a:spcBef>
                <a:spcPts val="600"/>
              </a:spcBef>
              <a:spcAft>
                <a:spcPts val="0"/>
              </a:spcAft>
              <a:buClr>
                <a:schemeClr val="dk1"/>
              </a:buClr>
              <a:buSzPts val="1200"/>
              <a:buFont typeface="Arial"/>
              <a:buNone/>
              <a:defRPr/>
            </a:lvl8pPr>
            <a:lvl9pPr indent="-228600" lvl="8" marL="4114800" algn="l">
              <a:lnSpc>
                <a:spcPct val="100000"/>
              </a:lnSpc>
              <a:spcBef>
                <a:spcPts val="600"/>
              </a:spcBef>
              <a:spcAft>
                <a:spcPts val="600"/>
              </a:spcAft>
              <a:buClr>
                <a:schemeClr val="accent6"/>
              </a:buClr>
              <a:buSzPts val="1800"/>
              <a:buFont typeface="Arial"/>
              <a:buNone/>
              <a:defRPr/>
            </a:lvl9pPr>
          </a:lstStyle>
          <a:p/>
        </p:txBody>
      </p:sp>
      <p:sp>
        <p:nvSpPr>
          <p:cNvPr id="236" name="Google Shape;236;p32"/>
          <p:cNvSpPr txBox="1"/>
          <p:nvPr>
            <p:ph idx="22" type="body"/>
          </p:nvPr>
        </p:nvSpPr>
        <p:spPr>
          <a:xfrm>
            <a:off x="457200" y="836612"/>
            <a:ext cx="8226425" cy="4079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300"/>
              <a:buFont typeface="Arial"/>
              <a:buNone/>
              <a:defRPr b="1" sz="1300">
                <a:solidFill>
                  <a:schemeClr val="accent5"/>
                </a:solidFill>
              </a:defRPr>
            </a:lvl1pPr>
            <a:lvl2pPr indent="-228600" lvl="1" marL="914400" algn="l">
              <a:lnSpc>
                <a:spcPct val="100000"/>
              </a:lnSpc>
              <a:spcBef>
                <a:spcPts val="0"/>
              </a:spcBef>
              <a:spcAft>
                <a:spcPts val="0"/>
              </a:spcAft>
              <a:buSzPts val="1000"/>
              <a:buNone/>
              <a:defRPr b="1" sz="1000">
                <a:solidFill>
                  <a:schemeClr val="accent5"/>
                </a:solidFill>
              </a:defRPr>
            </a:lvl2pPr>
            <a:lvl3pPr indent="-228600" lvl="2" marL="1371600" algn="l">
              <a:lnSpc>
                <a:spcPct val="100000"/>
              </a:lnSpc>
              <a:spcBef>
                <a:spcPts val="600"/>
              </a:spcBef>
              <a:spcAft>
                <a:spcPts val="0"/>
              </a:spcAft>
              <a:buSzPts val="1000"/>
              <a:buFont typeface="Arial"/>
              <a:buNone/>
              <a:defRPr sz="1000">
                <a:solidFill>
                  <a:schemeClr val="accent5"/>
                </a:solidFill>
              </a:defRPr>
            </a:lvl3pPr>
            <a:lvl4pPr indent="-228600" lvl="3" marL="1828800" algn="l">
              <a:lnSpc>
                <a:spcPct val="100000"/>
              </a:lnSpc>
              <a:spcBef>
                <a:spcPts val="600"/>
              </a:spcBef>
              <a:spcAft>
                <a:spcPts val="0"/>
              </a:spcAft>
              <a:buSzPts val="1000"/>
              <a:buNone/>
              <a:defRPr b="1" sz="1000">
                <a:solidFill>
                  <a:schemeClr val="accent5"/>
                </a:solidFill>
              </a:defRPr>
            </a:lvl4pPr>
            <a:lvl5pPr indent="-228600" lvl="4" marL="2286000" algn="l">
              <a:lnSpc>
                <a:spcPct val="100000"/>
              </a:lnSpc>
              <a:spcBef>
                <a:spcPts val="600"/>
              </a:spcBef>
              <a:spcAft>
                <a:spcPts val="0"/>
              </a:spcAft>
              <a:buSzPts val="1000"/>
              <a:buNone/>
              <a:defRPr b="1" sz="1000">
                <a:solidFill>
                  <a:schemeClr val="accent5"/>
                </a:solidFill>
              </a:defRPr>
            </a:lvl5pPr>
            <a:lvl6pPr indent="-228600" lvl="5" marL="2743200" algn="l">
              <a:lnSpc>
                <a:spcPct val="100000"/>
              </a:lnSpc>
              <a:spcBef>
                <a:spcPts val="600"/>
              </a:spcBef>
              <a:spcAft>
                <a:spcPts val="0"/>
              </a:spcAft>
              <a:buClr>
                <a:schemeClr val="accent5"/>
              </a:buClr>
              <a:buSzPts val="1000"/>
              <a:buFont typeface="Arial"/>
              <a:buNone/>
              <a:defRPr b="1" sz="1000">
                <a:solidFill>
                  <a:schemeClr val="accent5"/>
                </a:solidFill>
              </a:defRPr>
            </a:lvl6pPr>
            <a:lvl7pPr indent="-228600" lvl="6" marL="3200400" algn="l">
              <a:lnSpc>
                <a:spcPct val="100000"/>
              </a:lnSpc>
              <a:spcBef>
                <a:spcPts val="600"/>
              </a:spcBef>
              <a:spcAft>
                <a:spcPts val="0"/>
              </a:spcAft>
              <a:buClr>
                <a:schemeClr val="accent5"/>
              </a:buClr>
              <a:buSzPts val="1000"/>
              <a:buFont typeface="Arial"/>
              <a:buNone/>
              <a:defRPr b="1" sz="1000">
                <a:solidFill>
                  <a:schemeClr val="accent5"/>
                </a:solidFill>
              </a:defRPr>
            </a:lvl7pPr>
            <a:lvl8pPr indent="-228600" lvl="7" marL="3657600" algn="l">
              <a:lnSpc>
                <a:spcPct val="100000"/>
              </a:lnSpc>
              <a:spcBef>
                <a:spcPts val="600"/>
              </a:spcBef>
              <a:spcAft>
                <a:spcPts val="0"/>
              </a:spcAft>
              <a:buClr>
                <a:schemeClr val="accent5"/>
              </a:buClr>
              <a:buSzPts val="1000"/>
              <a:buFont typeface="Arial"/>
              <a:buNone/>
              <a:defRPr b="1" sz="1000">
                <a:solidFill>
                  <a:schemeClr val="accent5"/>
                </a:solidFill>
              </a:defRPr>
            </a:lvl8pPr>
            <a:lvl9pPr indent="-228600" lvl="8" marL="4114800" algn="l">
              <a:lnSpc>
                <a:spcPct val="100000"/>
              </a:lnSpc>
              <a:spcBef>
                <a:spcPts val="600"/>
              </a:spcBef>
              <a:spcAft>
                <a:spcPts val="600"/>
              </a:spcAft>
              <a:buClr>
                <a:schemeClr val="accent5"/>
              </a:buClr>
              <a:buSzPts val="1000"/>
              <a:buFont typeface="Arial"/>
              <a:buNone/>
              <a:defRPr b="1" sz="1000">
                <a:solidFill>
                  <a:schemeClr val="accent5"/>
                </a:solidFill>
              </a:defRPr>
            </a:lvl9pPr>
          </a:lstStyle>
          <a:p/>
        </p:txBody>
      </p:sp>
      <p:sp>
        <p:nvSpPr>
          <p:cNvPr id="237" name="Google Shape;237;p32"/>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238" name="Google Shape;238;p32"/>
          <p:cNvPicPr preferRelativeResize="0"/>
          <p:nvPr/>
        </p:nvPicPr>
        <p:blipFill rotWithShape="1">
          <a:blip r:embed="rId2">
            <a:alphaModFix/>
          </a:blip>
          <a:srcRect b="0" l="0" r="0" t="0"/>
          <a:stretch/>
        </p:blipFill>
        <p:spPr>
          <a:xfrm>
            <a:off x="461811" y="4845716"/>
            <a:ext cx="1044878" cy="132683"/>
          </a:xfrm>
          <a:prstGeom prst="rect">
            <a:avLst/>
          </a:prstGeom>
          <a:noFill/>
          <a:ln>
            <a:noFill/>
          </a:ln>
        </p:spPr>
      </p:pic>
    </p:spTree>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head">
  <p:cSld name="Title and Subhead">
    <p:bg>
      <p:bgPr>
        <a:solidFill>
          <a:schemeClr val="lt1"/>
        </a:solidFill>
      </p:bgPr>
    </p:bg>
    <p:spTree>
      <p:nvGrpSpPr>
        <p:cNvPr id="239" name="Shape 239"/>
        <p:cNvGrpSpPr/>
        <p:nvPr/>
      </p:nvGrpSpPr>
      <p:grpSpPr>
        <a:xfrm>
          <a:off x="0" y="0"/>
          <a:ext cx="0" cy="0"/>
          <a:chOff x="0" y="0"/>
          <a:chExt cx="0" cy="0"/>
        </a:xfrm>
      </p:grpSpPr>
      <p:sp>
        <p:nvSpPr>
          <p:cNvPr id="240" name="Google Shape;240;p33"/>
          <p:cNvSpPr txBox="1"/>
          <p:nvPr>
            <p:ph type="title"/>
          </p:nvPr>
        </p:nvSpPr>
        <p:spPr>
          <a:xfrm>
            <a:off x="457199" y="429767"/>
            <a:ext cx="8229600" cy="33855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41" name="Google Shape;241;p33"/>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cxnSp>
        <p:nvCxnSpPr>
          <p:cNvPr id="242" name="Google Shape;242;p33"/>
          <p:cNvCxnSpPr/>
          <p:nvPr/>
        </p:nvCxnSpPr>
        <p:spPr>
          <a:xfrm>
            <a:off x="457201" y="334251"/>
            <a:ext cx="8226425" cy="0"/>
          </a:xfrm>
          <a:prstGeom prst="straightConnector1">
            <a:avLst/>
          </a:prstGeom>
          <a:noFill/>
          <a:ln cap="flat" cmpd="sng" w="9525">
            <a:solidFill>
              <a:schemeClr val="accent5"/>
            </a:solidFill>
            <a:prstDash val="solid"/>
            <a:round/>
            <a:headEnd len="sm" w="sm" type="none"/>
            <a:tailEnd len="sm" w="sm" type="none"/>
          </a:ln>
        </p:spPr>
      </p:cxnSp>
      <p:pic>
        <p:nvPicPr>
          <p:cNvPr id="243" name="Google Shape;243;p33"/>
          <p:cNvPicPr preferRelativeResize="0"/>
          <p:nvPr/>
        </p:nvPicPr>
        <p:blipFill rotWithShape="1">
          <a:blip r:embed="rId2">
            <a:alphaModFix/>
          </a:blip>
          <a:srcRect b="0" l="0" r="0" t="0"/>
          <a:stretch/>
        </p:blipFill>
        <p:spPr>
          <a:xfrm>
            <a:off x="457200" y="4845716"/>
            <a:ext cx="1054100" cy="132683"/>
          </a:xfrm>
          <a:prstGeom prst="rect">
            <a:avLst/>
          </a:prstGeom>
          <a:noFill/>
          <a:ln>
            <a:noFill/>
          </a:ln>
        </p:spPr>
      </p:pic>
      <p:sp>
        <p:nvSpPr>
          <p:cNvPr id="244" name="Google Shape;244;p33"/>
          <p:cNvSpPr txBox="1"/>
          <p:nvPr>
            <p:ph idx="1" type="body"/>
          </p:nvPr>
        </p:nvSpPr>
        <p:spPr>
          <a:xfrm>
            <a:off x="457201" y="836612"/>
            <a:ext cx="8226425" cy="40798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300"/>
              <a:buFont typeface="Arial"/>
              <a:buNone/>
              <a:defRPr b="1" sz="1300">
                <a:solidFill>
                  <a:schemeClr val="accent5"/>
                </a:solidFill>
              </a:defRPr>
            </a:lvl1pPr>
            <a:lvl2pPr indent="-228600" lvl="1" marL="914400" algn="l">
              <a:lnSpc>
                <a:spcPct val="100000"/>
              </a:lnSpc>
              <a:spcBef>
                <a:spcPts val="0"/>
              </a:spcBef>
              <a:spcAft>
                <a:spcPts val="0"/>
              </a:spcAft>
              <a:buSzPts val="1000"/>
              <a:buNone/>
              <a:defRPr b="1" sz="1000">
                <a:solidFill>
                  <a:schemeClr val="accent5"/>
                </a:solidFill>
              </a:defRPr>
            </a:lvl2pPr>
            <a:lvl3pPr indent="-228600" lvl="2" marL="1371600" algn="l">
              <a:lnSpc>
                <a:spcPct val="100000"/>
              </a:lnSpc>
              <a:spcBef>
                <a:spcPts val="600"/>
              </a:spcBef>
              <a:spcAft>
                <a:spcPts val="0"/>
              </a:spcAft>
              <a:buSzPts val="1000"/>
              <a:buFont typeface="Arial"/>
              <a:buNone/>
              <a:defRPr sz="1000">
                <a:solidFill>
                  <a:schemeClr val="accent5"/>
                </a:solidFill>
              </a:defRPr>
            </a:lvl3pPr>
            <a:lvl4pPr indent="-228600" lvl="3" marL="1828800" algn="l">
              <a:lnSpc>
                <a:spcPct val="100000"/>
              </a:lnSpc>
              <a:spcBef>
                <a:spcPts val="600"/>
              </a:spcBef>
              <a:spcAft>
                <a:spcPts val="0"/>
              </a:spcAft>
              <a:buSzPts val="1000"/>
              <a:buNone/>
              <a:defRPr b="1" sz="1000">
                <a:solidFill>
                  <a:schemeClr val="accent5"/>
                </a:solidFill>
              </a:defRPr>
            </a:lvl4pPr>
            <a:lvl5pPr indent="-228600" lvl="4" marL="2286000" algn="l">
              <a:lnSpc>
                <a:spcPct val="100000"/>
              </a:lnSpc>
              <a:spcBef>
                <a:spcPts val="600"/>
              </a:spcBef>
              <a:spcAft>
                <a:spcPts val="0"/>
              </a:spcAft>
              <a:buSzPts val="1000"/>
              <a:buNone/>
              <a:defRPr b="1" sz="1000">
                <a:solidFill>
                  <a:schemeClr val="accent5"/>
                </a:solidFill>
              </a:defRPr>
            </a:lvl5pPr>
            <a:lvl6pPr indent="-228600" lvl="5" marL="2743200" algn="l">
              <a:lnSpc>
                <a:spcPct val="100000"/>
              </a:lnSpc>
              <a:spcBef>
                <a:spcPts val="600"/>
              </a:spcBef>
              <a:spcAft>
                <a:spcPts val="0"/>
              </a:spcAft>
              <a:buClr>
                <a:schemeClr val="accent5"/>
              </a:buClr>
              <a:buSzPts val="1000"/>
              <a:buFont typeface="Arial"/>
              <a:buNone/>
              <a:defRPr b="1" sz="1000">
                <a:solidFill>
                  <a:schemeClr val="accent5"/>
                </a:solidFill>
              </a:defRPr>
            </a:lvl6pPr>
            <a:lvl7pPr indent="-228600" lvl="6" marL="3200400" algn="l">
              <a:lnSpc>
                <a:spcPct val="100000"/>
              </a:lnSpc>
              <a:spcBef>
                <a:spcPts val="600"/>
              </a:spcBef>
              <a:spcAft>
                <a:spcPts val="0"/>
              </a:spcAft>
              <a:buClr>
                <a:schemeClr val="accent5"/>
              </a:buClr>
              <a:buSzPts val="1000"/>
              <a:buFont typeface="Arial"/>
              <a:buNone/>
              <a:defRPr b="1" sz="1000">
                <a:solidFill>
                  <a:schemeClr val="accent5"/>
                </a:solidFill>
              </a:defRPr>
            </a:lvl7pPr>
            <a:lvl8pPr indent="-228600" lvl="7" marL="3657600" algn="l">
              <a:lnSpc>
                <a:spcPct val="100000"/>
              </a:lnSpc>
              <a:spcBef>
                <a:spcPts val="600"/>
              </a:spcBef>
              <a:spcAft>
                <a:spcPts val="0"/>
              </a:spcAft>
              <a:buClr>
                <a:schemeClr val="accent5"/>
              </a:buClr>
              <a:buSzPts val="1000"/>
              <a:buFont typeface="Arial"/>
              <a:buNone/>
              <a:defRPr b="1" sz="1000">
                <a:solidFill>
                  <a:schemeClr val="accent5"/>
                </a:solidFill>
              </a:defRPr>
            </a:lvl8pPr>
            <a:lvl9pPr indent="-228600" lvl="8" marL="4114800" algn="l">
              <a:lnSpc>
                <a:spcPct val="100000"/>
              </a:lnSpc>
              <a:spcBef>
                <a:spcPts val="600"/>
              </a:spcBef>
              <a:spcAft>
                <a:spcPts val="600"/>
              </a:spcAft>
              <a:buClr>
                <a:schemeClr val="accent5"/>
              </a:buClr>
              <a:buSzPts val="1000"/>
              <a:buFont typeface="Arial"/>
              <a:buNone/>
              <a:defRPr b="1" sz="1000">
                <a:solidFill>
                  <a:schemeClr val="accent5"/>
                </a:solidFill>
              </a:defRPr>
            </a:lvl9pPr>
          </a:lstStyle>
          <a:p/>
        </p:txBody>
      </p:sp>
      <p:sp>
        <p:nvSpPr>
          <p:cNvPr id="245" name="Google Shape;245;p33"/>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spTree>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 table">
  <p:cSld name="1 col table">
    <p:spTree>
      <p:nvGrpSpPr>
        <p:cNvPr id="246" name="Shape 246"/>
        <p:cNvGrpSpPr/>
        <p:nvPr/>
      </p:nvGrpSpPr>
      <p:grpSpPr>
        <a:xfrm>
          <a:off x="0" y="0"/>
          <a:ext cx="0" cy="0"/>
          <a:chOff x="0" y="0"/>
          <a:chExt cx="0" cy="0"/>
        </a:xfrm>
      </p:grpSpPr>
      <p:sp>
        <p:nvSpPr>
          <p:cNvPr id="247" name="Google Shape;247;p34"/>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cxnSp>
        <p:nvCxnSpPr>
          <p:cNvPr id="248" name="Google Shape;248;p34"/>
          <p:cNvCxnSpPr/>
          <p:nvPr/>
        </p:nvCxnSpPr>
        <p:spPr>
          <a:xfrm>
            <a:off x="457200" y="334251"/>
            <a:ext cx="8226425" cy="0"/>
          </a:xfrm>
          <a:prstGeom prst="straightConnector1">
            <a:avLst/>
          </a:prstGeom>
          <a:noFill/>
          <a:ln cap="flat" cmpd="sng" w="9525">
            <a:solidFill>
              <a:schemeClr val="accent5"/>
            </a:solidFill>
            <a:prstDash val="solid"/>
            <a:round/>
            <a:headEnd len="sm" w="sm" type="none"/>
            <a:tailEnd len="sm" w="sm" type="none"/>
          </a:ln>
        </p:spPr>
      </p:cxnSp>
      <p:sp>
        <p:nvSpPr>
          <p:cNvPr id="249" name="Google Shape;249;p34"/>
          <p:cNvSpPr txBox="1"/>
          <p:nvPr>
            <p:ph type="title"/>
          </p:nvPr>
        </p:nvSpPr>
        <p:spPr>
          <a:xfrm>
            <a:off x="457199" y="429767"/>
            <a:ext cx="8229600" cy="338554"/>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50" name="Google Shape;250;p34"/>
          <p:cNvSpPr txBox="1"/>
          <p:nvPr/>
        </p:nvSpPr>
        <p:spPr>
          <a:xfrm>
            <a:off x="8458200" y="4859338"/>
            <a:ext cx="228600" cy="118872"/>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dk1"/>
              </a:buClr>
              <a:buSzPts val="600"/>
              <a:buFont typeface="Arial"/>
              <a:buNone/>
            </a:pPr>
            <a:fld id="{00000000-1234-1234-1234-123412341234}" type="slidenum">
              <a:rPr b="0" i="0" lang="en"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pic>
        <p:nvPicPr>
          <p:cNvPr id="251" name="Google Shape;251;p34"/>
          <p:cNvPicPr preferRelativeResize="0"/>
          <p:nvPr/>
        </p:nvPicPr>
        <p:blipFill rotWithShape="1">
          <a:blip r:embed="rId2">
            <a:alphaModFix/>
          </a:blip>
          <a:srcRect b="0" l="0" r="0" t="0"/>
          <a:stretch/>
        </p:blipFill>
        <p:spPr>
          <a:xfrm>
            <a:off x="461811" y="4845716"/>
            <a:ext cx="1044878" cy="132683"/>
          </a:xfrm>
          <a:prstGeom prst="rect">
            <a:avLst/>
          </a:prstGeom>
          <a:noFill/>
          <a:ln>
            <a:noFill/>
          </a:ln>
        </p:spPr>
      </p:pic>
    </p:spTree>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52" name="Shape 252"/>
        <p:cNvGrpSpPr/>
        <p:nvPr/>
      </p:nvGrpSpPr>
      <p:grpSpPr>
        <a:xfrm>
          <a:off x="0" y="0"/>
          <a:ext cx="0" cy="0"/>
          <a:chOff x="0" y="0"/>
          <a:chExt cx="0" cy="0"/>
        </a:xfrm>
      </p:grpSpPr>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199" y="429767"/>
            <a:ext cx="8229600" cy="338554"/>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2200" u="none" cap="none" strike="noStrike">
                <a:solidFill>
                  <a:schemeClr val="accent6"/>
                </a:solidFill>
                <a:latin typeface="Georgia"/>
                <a:ea typeface="Georgia"/>
                <a:cs typeface="Georgia"/>
                <a:sym typeface="Georgia"/>
              </a:defRPr>
            </a:lvl1pPr>
            <a:lvl2pPr lvl="1" marR="0" rtl="0" algn="l">
              <a:lnSpc>
                <a:spcPct val="90000"/>
              </a:lnSpc>
              <a:spcBef>
                <a:spcPts val="0"/>
              </a:spcBef>
              <a:spcAft>
                <a:spcPts val="0"/>
              </a:spcAft>
              <a:buClr>
                <a:srgbClr val="000000"/>
              </a:buClr>
              <a:buSzPts val="1400"/>
              <a:buFont typeface="Arial"/>
              <a:buNone/>
              <a:defRPr b="0" i="0" sz="1979" u="none" cap="none" strike="noStrike">
                <a:solidFill>
                  <a:srgbClr val="042E5E"/>
                </a:solidFill>
                <a:latin typeface="Arial"/>
                <a:ea typeface="Arial"/>
                <a:cs typeface="Arial"/>
                <a:sym typeface="Arial"/>
              </a:defRPr>
            </a:lvl2pPr>
            <a:lvl3pPr lvl="2" marR="0" rtl="0" algn="l">
              <a:lnSpc>
                <a:spcPct val="90000"/>
              </a:lnSpc>
              <a:spcBef>
                <a:spcPts val="0"/>
              </a:spcBef>
              <a:spcAft>
                <a:spcPts val="0"/>
              </a:spcAft>
              <a:buClr>
                <a:srgbClr val="000000"/>
              </a:buClr>
              <a:buSzPts val="1400"/>
              <a:buFont typeface="Arial"/>
              <a:buNone/>
              <a:defRPr b="0" i="0" sz="1979" u="none" cap="none" strike="noStrike">
                <a:solidFill>
                  <a:srgbClr val="042E5E"/>
                </a:solidFill>
                <a:latin typeface="Arial"/>
                <a:ea typeface="Arial"/>
                <a:cs typeface="Arial"/>
                <a:sym typeface="Arial"/>
              </a:defRPr>
            </a:lvl3pPr>
            <a:lvl4pPr lvl="3" marR="0" rtl="0" algn="l">
              <a:lnSpc>
                <a:spcPct val="90000"/>
              </a:lnSpc>
              <a:spcBef>
                <a:spcPts val="0"/>
              </a:spcBef>
              <a:spcAft>
                <a:spcPts val="0"/>
              </a:spcAft>
              <a:buClr>
                <a:srgbClr val="000000"/>
              </a:buClr>
              <a:buSzPts val="1400"/>
              <a:buFont typeface="Arial"/>
              <a:buNone/>
              <a:defRPr b="0" i="0" sz="1979" u="none" cap="none" strike="noStrike">
                <a:solidFill>
                  <a:srgbClr val="042E5E"/>
                </a:solidFill>
                <a:latin typeface="Arial"/>
                <a:ea typeface="Arial"/>
                <a:cs typeface="Arial"/>
                <a:sym typeface="Arial"/>
              </a:defRPr>
            </a:lvl4pPr>
            <a:lvl5pPr lvl="4" marR="0" rtl="0" algn="l">
              <a:lnSpc>
                <a:spcPct val="90000"/>
              </a:lnSpc>
              <a:spcBef>
                <a:spcPts val="0"/>
              </a:spcBef>
              <a:spcAft>
                <a:spcPts val="0"/>
              </a:spcAft>
              <a:buClr>
                <a:srgbClr val="000000"/>
              </a:buClr>
              <a:buSzPts val="1400"/>
              <a:buFont typeface="Arial"/>
              <a:buNone/>
              <a:defRPr b="0" i="0" sz="1979" u="none" cap="none" strike="noStrike">
                <a:solidFill>
                  <a:srgbClr val="042E5E"/>
                </a:solidFill>
                <a:latin typeface="Arial"/>
                <a:ea typeface="Arial"/>
                <a:cs typeface="Arial"/>
                <a:sym typeface="Arial"/>
              </a:defRPr>
            </a:lvl5pPr>
            <a:lvl6pPr lvl="5" marR="0" rtl="0" algn="l">
              <a:lnSpc>
                <a:spcPct val="90000"/>
              </a:lnSpc>
              <a:spcBef>
                <a:spcPts val="0"/>
              </a:spcBef>
              <a:spcAft>
                <a:spcPts val="0"/>
              </a:spcAft>
              <a:buClr>
                <a:srgbClr val="000000"/>
              </a:buClr>
              <a:buSzPts val="1400"/>
              <a:buFont typeface="Arial"/>
              <a:buNone/>
              <a:defRPr b="0" i="0" sz="1979" u="none" cap="none" strike="noStrike">
                <a:solidFill>
                  <a:srgbClr val="042E5E"/>
                </a:solidFill>
                <a:latin typeface="Arial"/>
                <a:ea typeface="Arial"/>
                <a:cs typeface="Arial"/>
                <a:sym typeface="Arial"/>
              </a:defRPr>
            </a:lvl6pPr>
            <a:lvl7pPr lvl="6" marR="0" rtl="0" algn="l">
              <a:lnSpc>
                <a:spcPct val="90000"/>
              </a:lnSpc>
              <a:spcBef>
                <a:spcPts val="0"/>
              </a:spcBef>
              <a:spcAft>
                <a:spcPts val="0"/>
              </a:spcAft>
              <a:buClr>
                <a:srgbClr val="000000"/>
              </a:buClr>
              <a:buSzPts val="1400"/>
              <a:buFont typeface="Arial"/>
              <a:buNone/>
              <a:defRPr b="0" i="0" sz="1979" u="none" cap="none" strike="noStrike">
                <a:solidFill>
                  <a:srgbClr val="042E5E"/>
                </a:solidFill>
                <a:latin typeface="Arial"/>
                <a:ea typeface="Arial"/>
                <a:cs typeface="Arial"/>
                <a:sym typeface="Arial"/>
              </a:defRPr>
            </a:lvl7pPr>
            <a:lvl8pPr lvl="7" marR="0" rtl="0" algn="l">
              <a:lnSpc>
                <a:spcPct val="90000"/>
              </a:lnSpc>
              <a:spcBef>
                <a:spcPts val="0"/>
              </a:spcBef>
              <a:spcAft>
                <a:spcPts val="0"/>
              </a:spcAft>
              <a:buClr>
                <a:srgbClr val="000000"/>
              </a:buClr>
              <a:buSzPts val="1400"/>
              <a:buFont typeface="Arial"/>
              <a:buNone/>
              <a:defRPr b="0" i="0" sz="1979" u="none" cap="none" strike="noStrike">
                <a:solidFill>
                  <a:srgbClr val="042E5E"/>
                </a:solidFill>
                <a:latin typeface="Arial"/>
                <a:ea typeface="Arial"/>
                <a:cs typeface="Arial"/>
                <a:sym typeface="Arial"/>
              </a:defRPr>
            </a:lvl8pPr>
            <a:lvl9pPr lvl="8" marR="0" rtl="0" algn="l">
              <a:lnSpc>
                <a:spcPct val="90000"/>
              </a:lnSpc>
              <a:spcBef>
                <a:spcPts val="0"/>
              </a:spcBef>
              <a:spcAft>
                <a:spcPts val="0"/>
              </a:spcAft>
              <a:buClr>
                <a:srgbClr val="000000"/>
              </a:buClr>
              <a:buSzPts val="1400"/>
              <a:buFont typeface="Arial"/>
              <a:buNone/>
              <a:defRPr b="0" i="0" sz="1979" u="none" cap="none" strike="noStrike">
                <a:solidFill>
                  <a:srgbClr val="042E5E"/>
                </a:solidFill>
                <a:latin typeface="Arial"/>
                <a:ea typeface="Arial"/>
                <a:cs typeface="Arial"/>
                <a:sym typeface="Arial"/>
              </a:defRPr>
            </a:lvl9pPr>
          </a:lstStyle>
          <a:p/>
        </p:txBody>
      </p:sp>
      <p:sp>
        <p:nvSpPr>
          <p:cNvPr id="52" name="Google Shape;52;p13"/>
          <p:cNvSpPr txBox="1"/>
          <p:nvPr>
            <p:ph idx="1" type="body"/>
          </p:nvPr>
        </p:nvSpPr>
        <p:spPr>
          <a:xfrm>
            <a:off x="457200" y="844658"/>
            <a:ext cx="8229600" cy="3846214"/>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200"/>
              <a:buFont typeface="Arial"/>
              <a:buNone/>
              <a:defRPr b="0" i="0" sz="1200" u="none" cap="none" strike="noStrike">
                <a:solidFill>
                  <a:schemeClr val="dk2"/>
                </a:solidFill>
                <a:latin typeface="Arial"/>
                <a:ea typeface="Arial"/>
                <a:cs typeface="Arial"/>
                <a:sym typeface="Arial"/>
              </a:defRPr>
            </a:lvl1pPr>
            <a:lvl2pPr indent="-228600" lvl="1" marL="914400" marR="0" rtl="0" algn="l">
              <a:lnSpc>
                <a:spcPct val="100000"/>
              </a:lnSpc>
              <a:spcBef>
                <a:spcPts val="600"/>
              </a:spcBef>
              <a:spcAft>
                <a:spcPts val="0"/>
              </a:spcAft>
              <a:buClr>
                <a:schemeClr val="dk1"/>
              </a:buClr>
              <a:buSzPts val="1400"/>
              <a:buFont typeface="Noto Sans Symbols"/>
              <a:buNone/>
              <a:defRPr b="1" i="0" sz="1400" u="none" cap="none" strike="noStrike">
                <a:solidFill>
                  <a:schemeClr val="accent5"/>
                </a:solidFill>
                <a:latin typeface="Arial"/>
                <a:ea typeface="Arial"/>
                <a:cs typeface="Arial"/>
                <a:sym typeface="Arial"/>
              </a:defRPr>
            </a:lvl2pPr>
            <a:lvl3pPr indent="-228600" lvl="2" marL="1371600" marR="0" rtl="0" algn="l">
              <a:lnSpc>
                <a:spcPct val="100000"/>
              </a:lnSpc>
              <a:spcBef>
                <a:spcPts val="60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304800" lvl="3" marL="1828800" marR="0" rtl="0" algn="l">
              <a:lnSpc>
                <a:spcPct val="100000"/>
              </a:lnSpc>
              <a:spcBef>
                <a:spcPts val="600"/>
              </a:spcBef>
              <a:spcAft>
                <a:spcPts val="0"/>
              </a:spcAft>
              <a:buClr>
                <a:schemeClr val="accent6"/>
              </a:buClr>
              <a:buSzPts val="1200"/>
              <a:buFont typeface="Arial"/>
              <a:buChar char="•"/>
              <a:defRPr b="0" i="0" sz="1200" u="none" cap="none" strike="noStrike">
                <a:solidFill>
                  <a:schemeClr val="dk1"/>
                </a:solidFill>
                <a:latin typeface="Arial"/>
                <a:ea typeface="Arial"/>
                <a:cs typeface="Arial"/>
                <a:sym typeface="Arial"/>
              </a:defRPr>
            </a:lvl4pPr>
            <a:lvl5pPr indent="-304800" lvl="4" marL="2286000" marR="0" rtl="0" algn="l">
              <a:lnSpc>
                <a:spcPct val="100000"/>
              </a:lnSpc>
              <a:spcBef>
                <a:spcPts val="600"/>
              </a:spcBef>
              <a:spcAft>
                <a:spcPts val="0"/>
              </a:spcAft>
              <a:buClr>
                <a:schemeClr val="accent5"/>
              </a:buClr>
              <a:buSzPts val="1200"/>
              <a:buFont typeface="NTR"/>
              <a:buChar char="-"/>
              <a:defRPr b="0" i="0" sz="1200" u="none" cap="none" strike="noStrike">
                <a:solidFill>
                  <a:schemeClr val="dk1"/>
                </a:solidFill>
                <a:latin typeface="Arial"/>
                <a:ea typeface="Arial"/>
                <a:cs typeface="Arial"/>
                <a:sym typeface="Arial"/>
              </a:defRPr>
            </a:lvl5pPr>
            <a:lvl6pPr indent="-304800" lvl="5" marL="2743200" marR="0" rtl="0" algn="l">
              <a:lnSpc>
                <a:spcPct val="100000"/>
              </a:lnSpc>
              <a:spcBef>
                <a:spcPts val="600"/>
              </a:spcBef>
              <a:spcAft>
                <a:spcPts val="0"/>
              </a:spcAft>
              <a:buClr>
                <a:schemeClr val="dk1"/>
              </a:buClr>
              <a:buSzPts val="1200"/>
              <a:buFont typeface="NTR"/>
              <a:buChar char="∙"/>
              <a:defRPr b="0" i="1" sz="1200" u="none" cap="none" strike="noStrike">
                <a:solidFill>
                  <a:schemeClr val="dk1"/>
                </a:solidFill>
                <a:latin typeface="Arial"/>
                <a:ea typeface="Arial"/>
                <a:cs typeface="Arial"/>
                <a:sym typeface="Arial"/>
              </a:defRPr>
            </a:lvl6pPr>
            <a:lvl7pPr indent="-304800" lvl="6" marL="3200400" marR="0" rtl="0" algn="l">
              <a:lnSpc>
                <a:spcPct val="100000"/>
              </a:lnSpc>
              <a:spcBef>
                <a:spcPts val="600"/>
              </a:spcBef>
              <a:spcAft>
                <a:spcPts val="0"/>
              </a:spcAft>
              <a:buClr>
                <a:schemeClr val="dk1"/>
              </a:buClr>
              <a:buSzPts val="1200"/>
              <a:buFont typeface="Arial"/>
              <a:buAutoNum type="arabicPeriod"/>
              <a:defRPr b="0" i="0" sz="1200" u="none" cap="none" strike="noStrike">
                <a:solidFill>
                  <a:schemeClr val="dk1"/>
                </a:solidFill>
                <a:latin typeface="Arial"/>
                <a:ea typeface="Arial"/>
                <a:cs typeface="Arial"/>
                <a:sym typeface="Arial"/>
              </a:defRPr>
            </a:lvl7pPr>
            <a:lvl8pPr indent="-304800" lvl="7" marL="3657600" marR="0" rtl="0" algn="l">
              <a:lnSpc>
                <a:spcPct val="100000"/>
              </a:lnSpc>
              <a:spcBef>
                <a:spcPts val="600"/>
              </a:spcBef>
              <a:spcAft>
                <a:spcPts val="0"/>
              </a:spcAft>
              <a:buClr>
                <a:schemeClr val="dk1"/>
              </a:buClr>
              <a:buSzPts val="1200"/>
              <a:buFont typeface="Arial"/>
              <a:buAutoNum type="arabicPeriod"/>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600"/>
              </a:spcBef>
              <a:spcAft>
                <a:spcPts val="600"/>
              </a:spcAft>
              <a:buClr>
                <a:schemeClr val="accent6"/>
              </a:buClr>
              <a:buSzPts val="1800"/>
              <a:buFont typeface="Arial"/>
              <a:buNone/>
              <a:defRPr b="1" i="0" sz="1800" u="none" cap="none" strike="noStrike">
                <a:solidFill>
                  <a:schemeClr val="accent6"/>
                </a:solidFill>
                <a:latin typeface="Arial"/>
                <a:ea typeface="Arial"/>
                <a:cs typeface="Arial"/>
                <a:sym typeface="Arial"/>
              </a:defRPr>
            </a:lvl9pPr>
          </a:lstStyle>
          <a:p/>
        </p:txBody>
      </p:sp>
      <p:sp>
        <p:nvSpPr>
          <p:cNvPr id="53" name="Google Shape;53;p13"/>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lvl1pPr lvl="0" marR="0" rtl="0" algn="r">
              <a:lnSpc>
                <a:spcPct val="100000"/>
              </a:lnSpc>
              <a:spcBef>
                <a:spcPts val="0"/>
              </a:spcBef>
              <a:spcAft>
                <a:spcPts val="0"/>
              </a:spcAft>
              <a:buClr>
                <a:srgbClr val="000000"/>
              </a:buClr>
              <a:buSzPts val="1400"/>
              <a:buFont typeface="Arial"/>
              <a:buNone/>
              <a:defRPr b="0" i="0" sz="600" u="none" cap="none" strike="noStrike">
                <a:solidFill>
                  <a:schemeClr val="dk1"/>
                </a:solidFill>
                <a:latin typeface="Arial"/>
                <a:ea typeface="Arial"/>
                <a:cs typeface="Arial"/>
                <a:sym typeface="Arial"/>
              </a:defRPr>
            </a:lvl1pPr>
            <a:lvl2pPr lvl="1" marR="0" rtl="0" algn="r">
              <a:lnSpc>
                <a:spcPct val="100000"/>
              </a:lnSpc>
              <a:spcBef>
                <a:spcPts val="0"/>
              </a:spcBef>
              <a:spcAft>
                <a:spcPts val="0"/>
              </a:spcAft>
              <a:buClr>
                <a:srgbClr val="000000"/>
              </a:buClr>
              <a:buSzPts val="1400"/>
              <a:buFont typeface="Arial"/>
              <a:buNone/>
              <a:defRPr b="0" i="0" sz="600" u="none" cap="none" strike="noStrike">
                <a:solidFill>
                  <a:schemeClr val="dk1"/>
                </a:solidFill>
                <a:latin typeface="Arial"/>
                <a:ea typeface="Arial"/>
                <a:cs typeface="Arial"/>
                <a:sym typeface="Arial"/>
              </a:defRPr>
            </a:lvl2pPr>
            <a:lvl3pPr lvl="2" marR="0" rtl="0" algn="r">
              <a:lnSpc>
                <a:spcPct val="100000"/>
              </a:lnSpc>
              <a:spcBef>
                <a:spcPts val="0"/>
              </a:spcBef>
              <a:spcAft>
                <a:spcPts val="0"/>
              </a:spcAft>
              <a:buClr>
                <a:srgbClr val="000000"/>
              </a:buClr>
              <a:buSzPts val="1400"/>
              <a:buFont typeface="Arial"/>
              <a:buNone/>
              <a:defRPr b="0" i="0" sz="600" u="none" cap="none" strike="noStrike">
                <a:solidFill>
                  <a:schemeClr val="dk1"/>
                </a:solidFill>
                <a:latin typeface="Arial"/>
                <a:ea typeface="Arial"/>
                <a:cs typeface="Arial"/>
                <a:sym typeface="Arial"/>
              </a:defRPr>
            </a:lvl3pPr>
            <a:lvl4pPr lvl="3" marR="0" rtl="0" algn="r">
              <a:lnSpc>
                <a:spcPct val="100000"/>
              </a:lnSpc>
              <a:spcBef>
                <a:spcPts val="0"/>
              </a:spcBef>
              <a:spcAft>
                <a:spcPts val="0"/>
              </a:spcAft>
              <a:buClr>
                <a:srgbClr val="000000"/>
              </a:buClr>
              <a:buSzPts val="1400"/>
              <a:buFont typeface="Arial"/>
              <a:buNone/>
              <a:defRPr b="0" i="0" sz="600" u="none" cap="none" strike="noStrike">
                <a:solidFill>
                  <a:schemeClr val="dk1"/>
                </a:solidFill>
                <a:latin typeface="Arial"/>
                <a:ea typeface="Arial"/>
                <a:cs typeface="Arial"/>
                <a:sym typeface="Arial"/>
              </a:defRPr>
            </a:lvl4pPr>
            <a:lvl5pPr lvl="4" marR="0" rtl="0" algn="r">
              <a:lnSpc>
                <a:spcPct val="100000"/>
              </a:lnSpc>
              <a:spcBef>
                <a:spcPts val="0"/>
              </a:spcBef>
              <a:spcAft>
                <a:spcPts val="0"/>
              </a:spcAft>
              <a:buClr>
                <a:srgbClr val="000000"/>
              </a:buClr>
              <a:buSzPts val="1400"/>
              <a:buFont typeface="Arial"/>
              <a:buNone/>
              <a:defRPr b="0" i="0" sz="600" u="none" cap="none" strike="noStrike">
                <a:solidFill>
                  <a:schemeClr val="dk1"/>
                </a:solidFill>
                <a:latin typeface="Arial"/>
                <a:ea typeface="Arial"/>
                <a:cs typeface="Arial"/>
                <a:sym typeface="Arial"/>
              </a:defRPr>
            </a:lvl5pPr>
            <a:lvl6pPr lvl="5" marR="0" rtl="0" algn="r">
              <a:lnSpc>
                <a:spcPct val="100000"/>
              </a:lnSpc>
              <a:spcBef>
                <a:spcPts val="0"/>
              </a:spcBef>
              <a:spcAft>
                <a:spcPts val="0"/>
              </a:spcAft>
              <a:buClr>
                <a:srgbClr val="000000"/>
              </a:buClr>
              <a:buSzPts val="1400"/>
              <a:buFont typeface="Arial"/>
              <a:buNone/>
              <a:defRPr b="0" i="0" sz="600" u="none" cap="none" strike="noStrike">
                <a:solidFill>
                  <a:schemeClr val="dk1"/>
                </a:solidFill>
                <a:latin typeface="Arial"/>
                <a:ea typeface="Arial"/>
                <a:cs typeface="Arial"/>
                <a:sym typeface="Arial"/>
              </a:defRPr>
            </a:lvl6pPr>
            <a:lvl7pPr lvl="6" marR="0" rtl="0" algn="r">
              <a:lnSpc>
                <a:spcPct val="100000"/>
              </a:lnSpc>
              <a:spcBef>
                <a:spcPts val="0"/>
              </a:spcBef>
              <a:spcAft>
                <a:spcPts val="0"/>
              </a:spcAft>
              <a:buClr>
                <a:srgbClr val="000000"/>
              </a:buClr>
              <a:buSzPts val="1400"/>
              <a:buFont typeface="Arial"/>
              <a:buNone/>
              <a:defRPr b="0" i="0" sz="600" u="none" cap="none" strike="noStrike">
                <a:solidFill>
                  <a:schemeClr val="dk1"/>
                </a:solidFill>
                <a:latin typeface="Arial"/>
                <a:ea typeface="Arial"/>
                <a:cs typeface="Arial"/>
                <a:sym typeface="Arial"/>
              </a:defRPr>
            </a:lvl7pPr>
            <a:lvl8pPr lvl="7" marR="0" rtl="0" algn="r">
              <a:lnSpc>
                <a:spcPct val="100000"/>
              </a:lnSpc>
              <a:spcBef>
                <a:spcPts val="0"/>
              </a:spcBef>
              <a:spcAft>
                <a:spcPts val="0"/>
              </a:spcAft>
              <a:buClr>
                <a:srgbClr val="000000"/>
              </a:buClr>
              <a:buSzPts val="1400"/>
              <a:buFont typeface="Arial"/>
              <a:buNone/>
              <a:defRPr b="0" i="0" sz="600" u="none" cap="none" strike="noStrike">
                <a:solidFill>
                  <a:schemeClr val="dk1"/>
                </a:solidFill>
                <a:latin typeface="Arial"/>
                <a:ea typeface="Arial"/>
                <a:cs typeface="Arial"/>
                <a:sym typeface="Arial"/>
              </a:defRPr>
            </a:lvl8pPr>
            <a:lvl9pPr lvl="8" marR="0" rtl="0" algn="r">
              <a:lnSpc>
                <a:spcPct val="100000"/>
              </a:lnSpc>
              <a:spcBef>
                <a:spcPts val="0"/>
              </a:spcBef>
              <a:spcAft>
                <a:spcPts val="0"/>
              </a:spcAft>
              <a:buClr>
                <a:srgbClr val="000000"/>
              </a:buClr>
              <a:buSzPts val="1400"/>
              <a:buFont typeface="Arial"/>
              <a:buNone/>
              <a:defRPr b="0" i="0" sz="6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27">
          <p15:clr>
            <a:srgbClr val="F26B43"/>
          </p15:clr>
        </p15:guide>
        <p15:guide id="2" pos="2880">
          <p15:clr>
            <a:srgbClr val="F26B43"/>
          </p15:clr>
        </p15:guide>
        <p15:guide id="3" pos="288">
          <p15:clr>
            <a:srgbClr val="F26B43"/>
          </p15:clr>
        </p15:guide>
        <p15:guide id="4" pos="5470">
          <p15:clr>
            <a:srgbClr val="F26B43"/>
          </p15:clr>
        </p15:guide>
        <p15:guide id="5" orient="horz" pos="2960">
          <p15:clr>
            <a:srgbClr val="F26B43"/>
          </p15:clr>
        </p15:guide>
        <p15:guide id="6" orient="horz" pos="791">
          <p15:clr>
            <a:srgbClr val="F26B43"/>
          </p15:clr>
        </p15:guide>
        <p15:guide id="7" orient="horz" pos="264">
          <p15:clr>
            <a:srgbClr val="F26B43"/>
          </p15:clr>
        </p15:guide>
        <p15:guide id="8" pos="2073">
          <p15:clr>
            <a:srgbClr val="F26B43"/>
          </p15:clr>
        </p15:guide>
        <p15:guide id="9" pos="1902">
          <p15:clr>
            <a:srgbClr val="F26B43"/>
          </p15:clr>
        </p15:guide>
        <p15:guide id="10" pos="3687">
          <p15:clr>
            <a:srgbClr val="F26B43"/>
          </p15:clr>
        </p15:guide>
        <p15:guide id="11" pos="3858">
          <p15:clr>
            <a:srgbClr val="F26B43"/>
          </p15:clr>
        </p15:guide>
        <p15:guide id="12" pos="2796">
          <p15:clr>
            <a:srgbClr val="F26B43"/>
          </p15:clr>
        </p15:guide>
        <p15:guide id="13" pos="2964">
          <p15:clr>
            <a:srgbClr val="F26B43"/>
          </p15:clr>
        </p15:guide>
        <p15:guide id="14" orient="horz" pos="3061">
          <p15:clr>
            <a:srgbClr val="F26B43"/>
          </p15:clr>
        </p15:guide>
        <p15:guide id="15" orient="horz" pos="31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 Id="rId3"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6"/>
          <p:cNvSpPr txBox="1"/>
          <p:nvPr>
            <p:ph type="ctrTitle"/>
          </p:nvPr>
        </p:nvSpPr>
        <p:spPr>
          <a:xfrm>
            <a:off x="457200" y="1982400"/>
            <a:ext cx="5395800" cy="1332000"/>
          </a:xfrm>
          <a:prstGeom prst="rect">
            <a:avLst/>
          </a:prstGeom>
          <a:noFill/>
          <a:ln>
            <a:noFill/>
          </a:ln>
        </p:spPr>
        <p:txBody>
          <a:bodyPr anchorCtr="0" anchor="b" bIns="0" lIns="0" spcFirstLastPara="1" rIns="0" wrap="square" tIns="0">
            <a:normAutofit fontScale="90000"/>
          </a:bodyPr>
          <a:lstStyle/>
          <a:p>
            <a:pPr indent="0" lvl="0" marL="0" rtl="0" algn="l">
              <a:lnSpc>
                <a:spcPct val="100000"/>
              </a:lnSpc>
              <a:spcBef>
                <a:spcPts val="0"/>
              </a:spcBef>
              <a:spcAft>
                <a:spcPts val="0"/>
              </a:spcAft>
              <a:buSzPct val="26348"/>
              <a:buNone/>
            </a:pPr>
            <a:r>
              <a:rPr lang="en" sz="5313"/>
              <a:t>ALPINE</a:t>
            </a:r>
            <a:endParaRPr sz="5313"/>
          </a:p>
          <a:p>
            <a:pPr indent="0" lvl="0" marL="0" rtl="0" algn="l">
              <a:lnSpc>
                <a:spcPct val="100000"/>
              </a:lnSpc>
              <a:spcBef>
                <a:spcPts val="1000"/>
              </a:spcBef>
              <a:spcAft>
                <a:spcPts val="0"/>
              </a:spcAft>
              <a:buSzPct val="52830"/>
              <a:buNone/>
            </a:pPr>
            <a:r>
              <a:rPr b="1" lang="en" sz="2650"/>
              <a:t>A</a:t>
            </a:r>
            <a:r>
              <a:rPr lang="en" sz="2650"/>
              <a:t>utonomous </a:t>
            </a:r>
            <a:r>
              <a:rPr b="1" lang="en" sz="2650"/>
              <a:t>L</a:t>
            </a:r>
            <a:r>
              <a:rPr lang="en" sz="2650"/>
              <a:t>PL Financial's </a:t>
            </a:r>
            <a:r>
              <a:rPr b="1" lang="en" sz="2650"/>
              <a:t>P</a:t>
            </a:r>
            <a:r>
              <a:rPr lang="en" sz="2650"/>
              <a:t>robabilistic </a:t>
            </a:r>
            <a:r>
              <a:rPr b="1" lang="en" sz="2650"/>
              <a:t>I</a:t>
            </a:r>
            <a:r>
              <a:rPr lang="en" sz="2650"/>
              <a:t>ntegrity &amp; </a:t>
            </a:r>
            <a:r>
              <a:rPr b="1" lang="en" sz="2650"/>
              <a:t>N</a:t>
            </a:r>
            <a:r>
              <a:rPr lang="en" sz="2650"/>
              <a:t>on-compliance </a:t>
            </a:r>
            <a:r>
              <a:rPr b="1" lang="en" sz="2650"/>
              <a:t>E</a:t>
            </a:r>
            <a:r>
              <a:rPr lang="en" sz="2650"/>
              <a:t>licitation</a:t>
            </a:r>
            <a:endParaRPr sz="2650"/>
          </a:p>
          <a:p>
            <a:pPr indent="0" lvl="0" marL="0" rtl="0" algn="l">
              <a:lnSpc>
                <a:spcPct val="100000"/>
              </a:lnSpc>
              <a:spcBef>
                <a:spcPts val="1000"/>
              </a:spcBef>
              <a:spcAft>
                <a:spcPts val="0"/>
              </a:spcAft>
              <a:buSzPct val="90322"/>
              <a:buNone/>
            </a:pPr>
            <a:r>
              <a:t/>
            </a:r>
            <a:endParaRPr sz="1550"/>
          </a:p>
        </p:txBody>
      </p:sp>
      <p:sp>
        <p:nvSpPr>
          <p:cNvPr id="258" name="Google Shape;258;p36"/>
          <p:cNvSpPr txBox="1"/>
          <p:nvPr/>
        </p:nvSpPr>
        <p:spPr>
          <a:xfrm>
            <a:off x="457200" y="3186500"/>
            <a:ext cx="6133200" cy="1332000"/>
          </a:xfrm>
          <a:prstGeom prst="rect">
            <a:avLst/>
          </a:prstGeom>
          <a:noFill/>
          <a:ln>
            <a:noFill/>
          </a:ln>
        </p:spPr>
        <p:txBody>
          <a:bodyPr anchorCtr="0" anchor="b" bIns="0" lIns="0" spcFirstLastPara="1" rIns="0" wrap="square" tIns="0">
            <a:normAutofit/>
          </a:bodyPr>
          <a:lstStyle/>
          <a:p>
            <a:pPr indent="0" lvl="0" marL="0" marR="0" rtl="0" algn="l">
              <a:lnSpc>
                <a:spcPct val="100000"/>
              </a:lnSpc>
              <a:spcBef>
                <a:spcPts val="540"/>
              </a:spcBef>
              <a:spcAft>
                <a:spcPts val="0"/>
              </a:spcAft>
              <a:buClr>
                <a:schemeClr val="accent5"/>
              </a:buClr>
              <a:buSzPts val="1600"/>
              <a:buFont typeface="Arial"/>
              <a:buNone/>
            </a:pPr>
            <a:r>
              <a:rPr b="1" lang="en" sz="1300">
                <a:solidFill>
                  <a:schemeClr val="accent5"/>
                </a:solidFill>
              </a:rPr>
              <a:t>Valmik Nahata, Alexandra Maxon, Karim Barajas, Yang Yue, Arlene Garcia</a:t>
            </a:r>
            <a:endParaRPr b="1" sz="1300">
              <a:solidFill>
                <a:schemeClr val="accent5"/>
              </a:solidFill>
            </a:endParaRPr>
          </a:p>
          <a:p>
            <a:pPr indent="0" lvl="0" marL="0" marR="0" rtl="0" algn="l">
              <a:lnSpc>
                <a:spcPct val="100000"/>
              </a:lnSpc>
              <a:spcBef>
                <a:spcPts val="540"/>
              </a:spcBef>
              <a:spcAft>
                <a:spcPts val="0"/>
              </a:spcAft>
              <a:buClr>
                <a:schemeClr val="accent5"/>
              </a:buClr>
              <a:buSzPts val="1600"/>
              <a:buFont typeface="Arial"/>
              <a:buNone/>
            </a:pPr>
            <a:r>
              <a:rPr b="1" lang="en" sz="1000">
                <a:solidFill>
                  <a:schemeClr val="accent5"/>
                </a:solidFill>
              </a:rPr>
              <a:t>Team 30</a:t>
            </a:r>
            <a:endParaRPr b="1" sz="1000">
              <a:solidFill>
                <a:schemeClr val="accent5"/>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type="ctrTitle"/>
          </p:nvPr>
        </p:nvSpPr>
        <p:spPr>
          <a:xfrm>
            <a:off x="457201" y="668656"/>
            <a:ext cx="2562225" cy="1010127"/>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
              <a:t>Agenda</a:t>
            </a:r>
            <a:endParaRPr/>
          </a:p>
        </p:txBody>
      </p:sp>
      <p:sp>
        <p:nvSpPr>
          <p:cNvPr id="264" name="Google Shape;264;p37"/>
          <p:cNvSpPr txBox="1"/>
          <p:nvPr>
            <p:ph idx="1" type="body"/>
          </p:nvPr>
        </p:nvSpPr>
        <p:spPr>
          <a:xfrm>
            <a:off x="3290900" y="563125"/>
            <a:ext cx="5392800" cy="3757500"/>
          </a:xfrm>
          <a:prstGeom prst="rect">
            <a:avLst/>
          </a:prstGeom>
          <a:noFill/>
          <a:ln>
            <a:noFill/>
          </a:ln>
        </p:spPr>
        <p:txBody>
          <a:bodyPr anchorCtr="0" anchor="t" bIns="457200" lIns="457200" spcFirstLastPara="1" rIns="457200" wrap="square" tIns="182875">
            <a:noAutofit/>
          </a:bodyPr>
          <a:lstStyle/>
          <a:p>
            <a:pPr indent="0" lvl="0" marL="457200" rtl="0" algn="l">
              <a:lnSpc>
                <a:spcPct val="150000"/>
              </a:lnSpc>
              <a:spcBef>
                <a:spcPts val="600"/>
              </a:spcBef>
              <a:spcAft>
                <a:spcPts val="0"/>
              </a:spcAft>
              <a:buNone/>
            </a:pPr>
            <a:r>
              <a:t/>
            </a:r>
            <a:endParaRPr/>
          </a:p>
          <a:p>
            <a:pPr indent="-342900" lvl="0" marL="342900" rtl="0" algn="l">
              <a:lnSpc>
                <a:spcPct val="150000"/>
              </a:lnSpc>
              <a:spcBef>
                <a:spcPts val="600"/>
              </a:spcBef>
              <a:spcAft>
                <a:spcPts val="0"/>
              </a:spcAft>
              <a:buClr>
                <a:schemeClr val="accent6"/>
              </a:buClr>
              <a:buSzPts val="1400"/>
              <a:buFont typeface="Arial"/>
              <a:buAutoNum type="arabicPeriod"/>
            </a:pPr>
            <a:r>
              <a:rPr lang="en"/>
              <a:t>Problem Statement</a:t>
            </a:r>
            <a:endParaRPr/>
          </a:p>
          <a:p>
            <a:pPr indent="-342900" lvl="0" marL="342900" rtl="0" algn="l">
              <a:lnSpc>
                <a:spcPct val="150000"/>
              </a:lnSpc>
              <a:spcBef>
                <a:spcPts val="600"/>
              </a:spcBef>
              <a:spcAft>
                <a:spcPts val="0"/>
              </a:spcAft>
              <a:buClr>
                <a:schemeClr val="accent6"/>
              </a:buClr>
              <a:buSzPts val="1400"/>
              <a:buFont typeface="Arial"/>
              <a:buAutoNum type="arabicPeriod"/>
            </a:pPr>
            <a:r>
              <a:rPr lang="en"/>
              <a:t>Why ALPINE?</a:t>
            </a:r>
            <a:endParaRPr/>
          </a:p>
          <a:p>
            <a:pPr indent="-342900" lvl="0" marL="342900" rtl="0" algn="l">
              <a:lnSpc>
                <a:spcPct val="150000"/>
              </a:lnSpc>
              <a:spcBef>
                <a:spcPts val="600"/>
              </a:spcBef>
              <a:spcAft>
                <a:spcPts val="0"/>
              </a:spcAft>
              <a:buClr>
                <a:schemeClr val="accent6"/>
              </a:buClr>
              <a:buSzPts val="1400"/>
              <a:buFont typeface="Arial"/>
              <a:buAutoNum type="arabicPeriod"/>
            </a:pPr>
            <a:r>
              <a:rPr lang="en"/>
              <a:t>Architecture (Data Streams)</a:t>
            </a:r>
            <a:endParaRPr/>
          </a:p>
          <a:p>
            <a:pPr indent="-342900" lvl="0" marL="342900" rtl="0" algn="l">
              <a:lnSpc>
                <a:spcPct val="150000"/>
              </a:lnSpc>
              <a:spcBef>
                <a:spcPts val="600"/>
              </a:spcBef>
              <a:spcAft>
                <a:spcPts val="0"/>
              </a:spcAft>
              <a:buClr>
                <a:schemeClr val="accent6"/>
              </a:buClr>
              <a:buSzPts val="1400"/>
              <a:buFont typeface="Arial"/>
              <a:buAutoNum type="arabicPeriod"/>
            </a:pPr>
            <a:r>
              <a:rPr lang="en"/>
              <a:t>Architecture (Mathematical Analysis &amp; More)</a:t>
            </a:r>
            <a:endParaRPr/>
          </a:p>
          <a:p>
            <a:pPr indent="-342900" lvl="0" marL="342900" rtl="0" algn="l">
              <a:lnSpc>
                <a:spcPct val="150000"/>
              </a:lnSpc>
              <a:spcBef>
                <a:spcPts val="600"/>
              </a:spcBef>
              <a:spcAft>
                <a:spcPts val="0"/>
              </a:spcAft>
              <a:buClr>
                <a:schemeClr val="accent6"/>
              </a:buClr>
              <a:buSzPts val="1400"/>
              <a:buFont typeface="Arial"/>
              <a:buAutoNum type="arabicPeriod"/>
            </a:pPr>
            <a:r>
              <a:rPr lang="en"/>
              <a:t>Visualizations</a:t>
            </a:r>
            <a:endParaRPr/>
          </a:p>
          <a:p>
            <a:pPr indent="-342900" lvl="0" marL="342900" rtl="0" algn="l">
              <a:lnSpc>
                <a:spcPct val="150000"/>
              </a:lnSpc>
              <a:spcBef>
                <a:spcPts val="600"/>
              </a:spcBef>
              <a:spcAft>
                <a:spcPts val="0"/>
              </a:spcAft>
              <a:buClr>
                <a:schemeClr val="accent6"/>
              </a:buClr>
              <a:buSzPts val="1400"/>
              <a:buFont typeface="Arial"/>
              <a:buAutoNum type="arabicPeriod"/>
            </a:pPr>
            <a:r>
              <a:rPr lang="en"/>
              <a:t>LPL Financial's AI-Native Objectives</a:t>
            </a:r>
            <a:endParaRPr/>
          </a:p>
          <a:p>
            <a:pPr indent="-342900" lvl="0" marL="342900" rtl="0" algn="l">
              <a:lnSpc>
                <a:spcPct val="150000"/>
              </a:lnSpc>
              <a:spcBef>
                <a:spcPts val="600"/>
              </a:spcBef>
              <a:spcAft>
                <a:spcPts val="0"/>
              </a:spcAft>
              <a:buClr>
                <a:schemeClr val="accent6"/>
              </a:buClr>
              <a:buSzPts val="1400"/>
              <a:buFont typeface="Arial"/>
              <a:buAutoNum type="arabicPeriod"/>
            </a:pPr>
            <a:r>
              <a:rPr lang="en"/>
              <a:t>Future Development &amp; Safeguards</a:t>
            </a:r>
            <a:endParaRPr/>
          </a:p>
          <a:p>
            <a:pPr indent="-342900" lvl="0" marL="342900" rtl="0" algn="l">
              <a:lnSpc>
                <a:spcPct val="150000"/>
              </a:lnSpc>
              <a:spcBef>
                <a:spcPts val="600"/>
              </a:spcBef>
              <a:spcAft>
                <a:spcPts val="0"/>
              </a:spcAft>
              <a:buClr>
                <a:schemeClr val="accent6"/>
              </a:buClr>
              <a:buSzPts val="1400"/>
              <a:buFont typeface="Arial"/>
              <a:buAutoNum type="arabicPeriod"/>
            </a:pPr>
            <a:r>
              <a:rPr lang="en"/>
              <a:t>Technology Stack &amp; Research</a:t>
            </a:r>
            <a:endParaRPr/>
          </a:p>
          <a:p>
            <a:pPr indent="0" lvl="0" marL="0" rtl="0" algn="l">
              <a:lnSpc>
                <a:spcPct val="150000"/>
              </a:lnSpc>
              <a:spcBef>
                <a:spcPts val="600"/>
              </a:spcBef>
              <a:spcAft>
                <a:spcPts val="0"/>
              </a:spcAft>
              <a:buSzPts val="1400"/>
              <a:buNone/>
            </a:pPr>
            <a:r>
              <a:t/>
            </a:r>
            <a:endParaRPr/>
          </a:p>
        </p:txBody>
      </p:sp>
      <p:sp>
        <p:nvSpPr>
          <p:cNvPr id="265" name="Google Shape;265;p37"/>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r>
              <a:rPr lang="en"/>
              <a:t>Member FINRA/SIPC</a:t>
            </a:r>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8"/>
          <p:cNvSpPr txBox="1"/>
          <p:nvPr>
            <p:ph type="ctrTitle"/>
          </p:nvPr>
        </p:nvSpPr>
        <p:spPr>
          <a:xfrm>
            <a:off x="1171866" y="2042546"/>
            <a:ext cx="5437734" cy="87504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400"/>
              <a:buNone/>
            </a:pPr>
            <a:r>
              <a:rPr lang="en"/>
              <a:t>Problem Statement</a:t>
            </a:r>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9"/>
          <p:cNvSpPr txBox="1"/>
          <p:nvPr>
            <p:ph idx="1" type="body"/>
          </p:nvPr>
        </p:nvSpPr>
        <p:spPr>
          <a:xfrm>
            <a:off x="457199" y="1010125"/>
            <a:ext cx="7335600" cy="3476100"/>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6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Financial institutions faced over </a:t>
            </a:r>
            <a:r>
              <a:rPr lang="en" sz="1800">
                <a:solidFill>
                  <a:schemeClr val="accent6"/>
                </a:solidFill>
                <a:latin typeface="Georgia"/>
                <a:ea typeface="Georgia"/>
                <a:cs typeface="Georgia"/>
                <a:sym typeface="Georgia"/>
              </a:rPr>
              <a:t>$4.3 billion</a:t>
            </a:r>
            <a:r>
              <a:rPr lang="en" sz="1800">
                <a:solidFill>
                  <a:schemeClr val="accent5"/>
                </a:solidFill>
                <a:latin typeface="Georgia"/>
                <a:ea typeface="Georgia"/>
                <a:cs typeface="Georgia"/>
                <a:sym typeface="Georgia"/>
              </a:rPr>
              <a:t> in compliance-related fines in 2024, with studies suggesting internal misconduct is a leading driver of regulatory violations</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Siloed departmental reporting systems create blind spots where </a:t>
            </a:r>
            <a:r>
              <a:rPr lang="en" sz="1800">
                <a:solidFill>
                  <a:schemeClr val="accent6"/>
                </a:solidFill>
                <a:latin typeface="Georgia"/>
                <a:ea typeface="Georgia"/>
                <a:cs typeface="Georgia"/>
                <a:sym typeface="Georgia"/>
              </a:rPr>
              <a:t>60-70%</a:t>
            </a:r>
            <a:r>
              <a:rPr lang="en" sz="1800">
                <a:solidFill>
                  <a:schemeClr val="accent5"/>
                </a:solidFill>
                <a:latin typeface="Georgia"/>
                <a:ea typeface="Georgia"/>
                <a:cs typeface="Georgia"/>
                <a:sym typeface="Georgia"/>
              </a:rPr>
              <a:t> of early warning signals go undetected before escalation</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Current manual review processes miss critical cross-departmental patterns, leading to delayed incident detection averaging </a:t>
            </a:r>
            <a:r>
              <a:rPr lang="en" sz="1800">
                <a:solidFill>
                  <a:schemeClr val="accent6"/>
                </a:solidFill>
                <a:latin typeface="Georgia"/>
                <a:ea typeface="Georgia"/>
                <a:cs typeface="Georgia"/>
                <a:sym typeface="Georgia"/>
              </a:rPr>
              <a:t>14-16</a:t>
            </a:r>
            <a:r>
              <a:rPr lang="en" sz="1800">
                <a:solidFill>
                  <a:schemeClr val="accent5"/>
                </a:solidFill>
                <a:latin typeface="Georgia"/>
                <a:ea typeface="Georgia"/>
                <a:cs typeface="Georgia"/>
                <a:sym typeface="Georgia"/>
              </a:rPr>
              <a:t> months post-occurrence</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1000"/>
              </a:spcAft>
              <a:buClr>
                <a:schemeClr val="accent5"/>
              </a:buClr>
              <a:buSzPts val="1800"/>
              <a:buFont typeface="Georgia"/>
              <a:buChar char="●"/>
            </a:pPr>
            <a:r>
              <a:rPr lang="en" sz="1800">
                <a:solidFill>
                  <a:schemeClr val="accent5"/>
                </a:solidFill>
                <a:latin typeface="Georgia"/>
                <a:ea typeface="Georgia"/>
                <a:cs typeface="Georgia"/>
                <a:sym typeface="Georgia"/>
              </a:rPr>
              <a:t>Fragmented compliance tools fail to unify </a:t>
            </a:r>
            <a:r>
              <a:rPr lang="en" sz="1800">
                <a:solidFill>
                  <a:schemeClr val="accent5"/>
                </a:solidFill>
                <a:latin typeface="Georgia"/>
                <a:ea typeface="Georgia"/>
                <a:cs typeface="Georgia"/>
                <a:sym typeface="Georgia"/>
              </a:rPr>
              <a:t>AML </a:t>
            </a:r>
            <a:r>
              <a:rPr lang="en" sz="1800">
                <a:solidFill>
                  <a:schemeClr val="accent5"/>
                </a:solidFill>
                <a:latin typeface="Georgia"/>
                <a:ea typeface="Georgia"/>
                <a:cs typeface="Georgia"/>
                <a:sym typeface="Georgia"/>
              </a:rPr>
              <a:t>monitoring, communication surveillance, and employee conduct analysis</a:t>
            </a:r>
            <a:endParaRPr sz="1800">
              <a:solidFill>
                <a:schemeClr val="accent5"/>
              </a:solidFill>
              <a:latin typeface="Georgia"/>
              <a:ea typeface="Georgia"/>
              <a:cs typeface="Georgia"/>
              <a:sym typeface="Georgia"/>
            </a:endParaRPr>
          </a:p>
        </p:txBody>
      </p:sp>
      <p:sp>
        <p:nvSpPr>
          <p:cNvPr id="276" name="Google Shape;276;p39"/>
          <p:cNvSpPr txBox="1"/>
          <p:nvPr>
            <p:ph type="title"/>
          </p:nvPr>
        </p:nvSpPr>
        <p:spPr>
          <a:xfrm>
            <a:off x="457199" y="643965"/>
            <a:ext cx="3981450" cy="304699"/>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
              <a:t>Problem Statement</a:t>
            </a:r>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0"/>
          <p:cNvSpPr txBox="1"/>
          <p:nvPr>
            <p:ph type="ctrTitle"/>
          </p:nvPr>
        </p:nvSpPr>
        <p:spPr>
          <a:xfrm>
            <a:off x="1171866" y="2042546"/>
            <a:ext cx="5437800" cy="8751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400"/>
              <a:buNone/>
            </a:pPr>
            <a:r>
              <a:rPr lang="en"/>
              <a:t>Why ALPINE?</a:t>
            </a:r>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1"/>
          <p:cNvSpPr txBox="1"/>
          <p:nvPr>
            <p:ph idx="1" type="body"/>
          </p:nvPr>
        </p:nvSpPr>
        <p:spPr>
          <a:xfrm>
            <a:off x="457199" y="1010125"/>
            <a:ext cx="7335600" cy="3476100"/>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Holistic risk aggregation platform integrating financial transactions, internal communications, code repositories, and HR incident data</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Real-time probabilistic scoring engine using weighted multi-modal analysis across compliance domains</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Automated policy violation detection aligned with FINRA Rules 3310, 3110, 2210, SEC AML requirements, and state-level regulations (DFPI, CPPA)</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1000"/>
              </a:spcAft>
              <a:buClr>
                <a:schemeClr val="accent5"/>
              </a:buClr>
              <a:buSzPts val="1800"/>
              <a:buFont typeface="Georgia"/>
              <a:buChar char="●"/>
            </a:pPr>
            <a:r>
              <a:rPr lang="en" sz="1800">
                <a:solidFill>
                  <a:schemeClr val="accent5"/>
                </a:solidFill>
                <a:latin typeface="Georgia"/>
                <a:ea typeface="Georgia"/>
                <a:cs typeface="Georgia"/>
                <a:sym typeface="Georgia"/>
              </a:rPr>
              <a:t>Proactive risk identification replacing reactive incident response workflows</a:t>
            </a:r>
            <a:endParaRPr sz="1800">
              <a:solidFill>
                <a:schemeClr val="accent5"/>
              </a:solidFill>
              <a:latin typeface="Georgia"/>
              <a:ea typeface="Georgia"/>
              <a:cs typeface="Georgia"/>
              <a:sym typeface="Georgia"/>
            </a:endParaRPr>
          </a:p>
        </p:txBody>
      </p:sp>
      <p:sp>
        <p:nvSpPr>
          <p:cNvPr id="287" name="Google Shape;287;p41"/>
          <p:cNvSpPr txBox="1"/>
          <p:nvPr>
            <p:ph type="title"/>
          </p:nvPr>
        </p:nvSpPr>
        <p:spPr>
          <a:xfrm>
            <a:off x="457199" y="643965"/>
            <a:ext cx="3981600" cy="30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
              <a:t>Why ALPINE?</a:t>
            </a:r>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2"/>
          <p:cNvSpPr txBox="1"/>
          <p:nvPr>
            <p:ph type="ctrTitle"/>
          </p:nvPr>
        </p:nvSpPr>
        <p:spPr>
          <a:xfrm>
            <a:off x="1171866" y="2042546"/>
            <a:ext cx="5437800" cy="8751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400"/>
              <a:buNone/>
            </a:pPr>
            <a:r>
              <a:rPr lang="en"/>
              <a:t>Architecture </a:t>
            </a:r>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3"/>
          <p:cNvSpPr txBox="1"/>
          <p:nvPr>
            <p:ph type="title"/>
          </p:nvPr>
        </p:nvSpPr>
        <p:spPr>
          <a:xfrm>
            <a:off x="457199" y="643966"/>
            <a:ext cx="8229600" cy="3661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
              <a:t>Architecture (Data Streams)</a:t>
            </a:r>
            <a:endParaRPr/>
          </a:p>
        </p:txBody>
      </p:sp>
      <p:graphicFrame>
        <p:nvGraphicFramePr>
          <p:cNvPr id="298" name="Google Shape;298;p43"/>
          <p:cNvGraphicFramePr/>
          <p:nvPr/>
        </p:nvGraphicFramePr>
        <p:xfrm>
          <a:off x="457200" y="1114367"/>
          <a:ext cx="3000000" cy="3000000"/>
        </p:xfrm>
        <a:graphic>
          <a:graphicData uri="http://schemas.openxmlformats.org/drawingml/2006/table">
            <a:tbl>
              <a:tblPr bandRow="1" firstRow="1">
                <a:noFill/>
                <a:tableStyleId>{EF00C7D6-6BAA-4CD7-A231-5AE65C47FE84}</a:tableStyleId>
              </a:tblPr>
              <a:tblGrid>
                <a:gridCol w="1928450"/>
                <a:gridCol w="1535200"/>
                <a:gridCol w="1535200"/>
                <a:gridCol w="1535200"/>
                <a:gridCol w="1535200"/>
              </a:tblGrid>
              <a:tr h="457750">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dk1"/>
                        </a:solidFill>
                        <a:latin typeface="Arial"/>
                        <a:ea typeface="Arial"/>
                        <a:cs typeface="Arial"/>
                        <a:sym typeface="Arial"/>
                      </a:endParaRPr>
                    </a:p>
                  </a:txBody>
                  <a:tcPr marT="41150" marB="41150" marR="91450" marL="91450"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300"/>
                        <a:buFont typeface="Arial"/>
                        <a:buNone/>
                      </a:pPr>
                      <a:r>
                        <a:rPr lang="en" sz="1300">
                          <a:solidFill>
                            <a:schemeClr val="dk2"/>
                          </a:solidFill>
                        </a:rPr>
                        <a:t>Source</a:t>
                      </a:r>
                      <a:r>
                        <a:rPr b="1" i="0" lang="en" sz="1300" u="none" cap="none" strike="noStrike">
                          <a:solidFill>
                            <a:schemeClr val="dk2"/>
                          </a:solidFill>
                          <a:latin typeface="Arial"/>
                          <a:ea typeface="Arial"/>
                          <a:cs typeface="Arial"/>
                          <a:sym typeface="Arial"/>
                        </a:rPr>
                        <a:t> #1</a:t>
                      </a:r>
                      <a:endParaRPr sz="1300" u="none" cap="none" strike="noStrike"/>
                    </a:p>
                  </a:txBody>
                  <a:tcPr marT="41150" marB="41150" marR="91450" marL="91450"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300"/>
                        <a:buFont typeface="Arial"/>
                        <a:buNone/>
                      </a:pPr>
                      <a:r>
                        <a:rPr lang="en" sz="1300">
                          <a:solidFill>
                            <a:schemeClr val="dk2"/>
                          </a:solidFill>
                        </a:rPr>
                        <a:t>Source #</a:t>
                      </a:r>
                      <a:r>
                        <a:rPr b="1" i="0" lang="en" sz="1300" u="none" cap="none" strike="noStrike">
                          <a:solidFill>
                            <a:schemeClr val="dk2"/>
                          </a:solidFill>
                          <a:latin typeface="Arial"/>
                          <a:ea typeface="Arial"/>
                          <a:cs typeface="Arial"/>
                          <a:sym typeface="Arial"/>
                        </a:rPr>
                        <a:t>2</a:t>
                      </a:r>
                      <a:endParaRPr sz="1300" u="none" cap="none" strike="noStrike"/>
                    </a:p>
                  </a:txBody>
                  <a:tcPr marT="41150" marB="41150" marR="91450" marL="91450"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300"/>
                        <a:buFont typeface="Arial"/>
                        <a:buNone/>
                      </a:pPr>
                      <a:r>
                        <a:rPr lang="en" sz="1300">
                          <a:solidFill>
                            <a:schemeClr val="dk2"/>
                          </a:solidFill>
                        </a:rPr>
                        <a:t>Source #</a:t>
                      </a:r>
                      <a:r>
                        <a:rPr b="1" i="0" lang="en" sz="1300" u="none" cap="none" strike="noStrike">
                          <a:solidFill>
                            <a:schemeClr val="dk2"/>
                          </a:solidFill>
                          <a:latin typeface="Arial"/>
                          <a:ea typeface="Arial"/>
                          <a:cs typeface="Arial"/>
                          <a:sym typeface="Arial"/>
                        </a:rPr>
                        <a:t>3</a:t>
                      </a:r>
                      <a:endParaRPr sz="1300" u="none" cap="none" strike="noStrike"/>
                    </a:p>
                  </a:txBody>
                  <a:tcPr marT="41150" marB="41150" marR="91450" marL="91450"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300"/>
                        <a:buFont typeface="Arial"/>
                        <a:buNone/>
                      </a:pPr>
                      <a:r>
                        <a:rPr lang="en" sz="1300">
                          <a:solidFill>
                            <a:schemeClr val="dk2"/>
                          </a:solidFill>
                        </a:rPr>
                        <a:t>Source #</a:t>
                      </a:r>
                      <a:r>
                        <a:rPr b="1" i="0" lang="en" sz="1300" u="none" cap="none" strike="noStrike">
                          <a:solidFill>
                            <a:schemeClr val="dk2"/>
                          </a:solidFill>
                          <a:latin typeface="Arial"/>
                          <a:ea typeface="Arial"/>
                          <a:cs typeface="Arial"/>
                          <a:sym typeface="Arial"/>
                        </a:rPr>
                        <a:t>4</a:t>
                      </a:r>
                      <a:endParaRPr sz="1300" u="none" cap="none" strike="noStrike"/>
                    </a:p>
                  </a:txBody>
                  <a:tcPr marT="41150" marB="41150" marR="91450" marL="91450" anchor="b">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accent5"/>
                      </a:solidFill>
                      <a:prstDash val="solid"/>
                      <a:round/>
                      <a:headEnd len="sm" w="sm" type="none"/>
                      <a:tailEnd len="sm" w="sm" type="none"/>
                    </a:lnB>
                  </a:tcPr>
                </a:tc>
              </a:tr>
              <a:tr h="457750">
                <a:tc>
                  <a:txBody>
                    <a:bodyPr/>
                    <a:lstStyle/>
                    <a:p>
                      <a:pPr indent="0" lvl="0" marL="0" rtl="0" algn="l">
                        <a:spcBef>
                          <a:spcPts val="0"/>
                        </a:spcBef>
                        <a:spcAft>
                          <a:spcPts val="0"/>
                        </a:spcAft>
                        <a:buClr>
                          <a:schemeClr val="dk1"/>
                        </a:buClr>
                        <a:buSzPts val="1100"/>
                        <a:buFont typeface="Arial"/>
                        <a:buNone/>
                      </a:pPr>
                      <a:r>
                        <a:rPr b="1" lang="en" sz="1100"/>
                        <a:t>Transaction Records</a:t>
                      </a:r>
                      <a:endParaRPr sz="1100"/>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solidFill>
                            <a:schemeClr val="accent6"/>
                          </a:solidFill>
                        </a:rPr>
                        <a:t>Wires</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solidFill>
                            <a:schemeClr val="accent6"/>
                          </a:solidFill>
                        </a:rPr>
                        <a:t>Trades</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t>ACH</a:t>
                      </a:r>
                      <a:endParaRPr i="0" sz="1100" u="none" cap="none" strike="noStrike">
                        <a:solidFill>
                          <a:schemeClr val="dk1"/>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t>Cash</a:t>
                      </a:r>
                      <a:endParaRPr i="0" sz="1100" u="none" cap="none" strike="noStrike">
                        <a:solidFill>
                          <a:schemeClr val="dk1"/>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r>
              <a:tr h="457750">
                <a:tc>
                  <a:txBody>
                    <a:bodyPr/>
                    <a:lstStyle/>
                    <a:p>
                      <a:pPr indent="0" lvl="0" marL="0" rtl="0" algn="l">
                        <a:spcBef>
                          <a:spcPts val="0"/>
                        </a:spcBef>
                        <a:spcAft>
                          <a:spcPts val="0"/>
                        </a:spcAft>
                        <a:buClr>
                          <a:schemeClr val="dk1"/>
                        </a:buClr>
                        <a:buSzPts val="1100"/>
                        <a:buFont typeface="Arial"/>
                        <a:buNone/>
                      </a:pPr>
                      <a:r>
                        <a:rPr b="1" lang="en" sz="1100"/>
                        <a:t>Internal Communications</a:t>
                      </a:r>
                      <a:endParaRPr sz="1100"/>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solidFill>
                            <a:schemeClr val="accent6"/>
                          </a:solidFill>
                        </a:rPr>
                        <a:t>Slack</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solidFill>
                            <a:schemeClr val="accent6"/>
                          </a:solidFill>
                        </a:rPr>
                        <a:t>Email</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t>Teams</a:t>
                      </a:r>
                      <a:endParaRPr i="0" sz="1100" u="none" cap="none" strike="noStrike">
                        <a:solidFill>
                          <a:schemeClr val="dk1"/>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solidFill>
                            <a:schemeClr val="accent6"/>
                          </a:solidFill>
                        </a:rPr>
                        <a:t>Phone Calls</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r>
              <a:tr h="470850">
                <a:tc>
                  <a:txBody>
                    <a:bodyPr/>
                    <a:lstStyle/>
                    <a:p>
                      <a:pPr indent="0" lvl="0" marL="0" rtl="0" algn="l">
                        <a:spcBef>
                          <a:spcPts val="0"/>
                        </a:spcBef>
                        <a:spcAft>
                          <a:spcPts val="0"/>
                        </a:spcAft>
                        <a:buClr>
                          <a:schemeClr val="dk1"/>
                        </a:buClr>
                        <a:buSzPts val="1100"/>
                        <a:buFont typeface="Arial"/>
                        <a:buNone/>
                      </a:pPr>
                      <a:r>
                        <a:rPr b="1" lang="en" sz="1100"/>
                        <a:t>Employee Background </a:t>
                      </a:r>
                      <a:endParaRPr sz="1100"/>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solidFill>
                            <a:schemeClr val="accent6"/>
                          </a:solidFill>
                        </a:rPr>
                        <a:t>BrokerCheck</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solidFill>
                            <a:schemeClr val="accent6"/>
                          </a:solidFill>
                        </a:rPr>
                        <a:t>Criminal History</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t>LinkedIn</a:t>
                      </a:r>
                      <a:endParaRPr i="0" sz="1100" u="none" cap="none" strike="noStrike">
                        <a:solidFill>
                          <a:schemeClr val="dk1"/>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solidFill>
                            <a:schemeClr val="accent6"/>
                          </a:solidFill>
                        </a:rPr>
                        <a:t>CRD</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r>
              <a:tr h="457750">
                <a:tc>
                  <a:txBody>
                    <a:bodyPr/>
                    <a:lstStyle/>
                    <a:p>
                      <a:pPr indent="0" lvl="0" marL="0" marR="0" rtl="0" algn="l">
                        <a:lnSpc>
                          <a:spcPct val="100000"/>
                        </a:lnSpc>
                        <a:spcBef>
                          <a:spcPts val="0"/>
                        </a:spcBef>
                        <a:spcAft>
                          <a:spcPts val="0"/>
                        </a:spcAft>
                        <a:buClr>
                          <a:schemeClr val="dk1"/>
                        </a:buClr>
                        <a:buSzPts val="1100"/>
                        <a:buFont typeface="Arial"/>
                        <a:buNone/>
                      </a:pPr>
                      <a:r>
                        <a:rPr b="1" lang="en" sz="1100"/>
                        <a:t>Account Activity Logs</a:t>
                      </a:r>
                      <a:endParaRPr b="1" sz="1300" u="none" cap="none" strike="noStrike"/>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solidFill>
                            <a:schemeClr val="accent6"/>
                          </a:solidFill>
                        </a:rPr>
                        <a:t>Browser</a:t>
                      </a:r>
                      <a:r>
                        <a:rPr lang="en" sz="1100">
                          <a:solidFill>
                            <a:schemeClr val="accent6"/>
                          </a:solidFill>
                        </a:rPr>
                        <a:t> History</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solidFill>
                            <a:schemeClr val="accent6"/>
                          </a:solidFill>
                        </a:rPr>
                        <a:t>ChatGPT History</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solidFill>
                            <a:schemeClr val="accent6"/>
                          </a:solidFill>
                        </a:rPr>
                        <a:t>Authorizations</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solidFill>
                            <a:schemeClr val="accent6"/>
                          </a:solidFill>
                        </a:rPr>
                        <a:t>Search History</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1"/>
                    </a:solidFill>
                  </a:tcPr>
                </a:tc>
              </a:tr>
              <a:tr h="457750">
                <a:tc>
                  <a:txBody>
                    <a:bodyPr/>
                    <a:lstStyle/>
                    <a:p>
                      <a:pPr indent="0" lvl="0" marL="0" marR="0" rtl="0" algn="l">
                        <a:lnSpc>
                          <a:spcPct val="100000"/>
                        </a:lnSpc>
                        <a:spcBef>
                          <a:spcPts val="0"/>
                        </a:spcBef>
                        <a:spcAft>
                          <a:spcPts val="0"/>
                        </a:spcAft>
                        <a:buClr>
                          <a:schemeClr val="dk1"/>
                        </a:buClr>
                        <a:buSzPts val="1100"/>
                        <a:buFont typeface="Arial"/>
                        <a:buNone/>
                      </a:pPr>
                      <a:r>
                        <a:rPr b="1" lang="en" sz="1100"/>
                        <a:t>Code Documentation</a:t>
                      </a:r>
                      <a:endParaRPr b="1" sz="1300" u="none" cap="none" strike="noStrike"/>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solidFill>
                            <a:schemeClr val="accent6"/>
                          </a:solidFill>
                        </a:rPr>
                        <a:t>GitHub</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t>GitLab</a:t>
                      </a:r>
                      <a:endParaRPr i="0" sz="1100" u="none" cap="none" strike="noStrike">
                        <a:solidFill>
                          <a:schemeClr val="dk1"/>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t>Confluence</a:t>
                      </a:r>
                      <a:endParaRPr i="0" sz="1100" u="none" cap="none" strike="noStrike">
                        <a:solidFill>
                          <a:schemeClr val="dk1"/>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1100"/>
                        <a:t>Jira</a:t>
                      </a:r>
                      <a:endParaRPr i="0" sz="1100" u="none" cap="none" strike="noStrike">
                        <a:solidFill>
                          <a:schemeClr val="dk1"/>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r>
              <a:tr h="397125">
                <a:tc>
                  <a:txBody>
                    <a:bodyPr/>
                    <a:lstStyle/>
                    <a:p>
                      <a:pPr indent="0" lvl="0" marL="0" marR="0" rtl="0" algn="l">
                        <a:lnSpc>
                          <a:spcPct val="100000"/>
                        </a:lnSpc>
                        <a:spcBef>
                          <a:spcPts val="0"/>
                        </a:spcBef>
                        <a:spcAft>
                          <a:spcPts val="0"/>
                        </a:spcAft>
                        <a:buNone/>
                      </a:pPr>
                      <a:r>
                        <a:rPr b="1" lang="en" sz="1100"/>
                        <a:t>HR Incident Reports</a:t>
                      </a:r>
                      <a:endParaRPr b="1" i="0" sz="1100" u="none" cap="none" strike="noStrike">
                        <a:solidFill>
                          <a:schemeClr val="dk1"/>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None/>
                      </a:pPr>
                      <a:r>
                        <a:rPr lang="en" sz="1100">
                          <a:solidFill>
                            <a:schemeClr val="accent6"/>
                          </a:solidFill>
                        </a:rPr>
                        <a:t>Workday</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None/>
                      </a:pPr>
                      <a:r>
                        <a:rPr lang="en" sz="1100">
                          <a:solidFill>
                            <a:schemeClr val="accent6"/>
                          </a:solidFill>
                        </a:rPr>
                        <a:t>ServiceNow</a:t>
                      </a:r>
                      <a:endParaRPr i="0" sz="1100" u="none" cap="none" strike="noStrike">
                        <a:solidFill>
                          <a:schemeClr val="accent6"/>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None/>
                      </a:pPr>
                      <a:r>
                        <a:rPr lang="en" sz="1100"/>
                        <a:t>Hotline</a:t>
                      </a:r>
                      <a:endParaRPr i="0" sz="1100" u="none" cap="none" strike="noStrike">
                        <a:solidFill>
                          <a:schemeClr val="dk1"/>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c>
                  <a:txBody>
                    <a:bodyPr/>
                    <a:lstStyle/>
                    <a:p>
                      <a:pPr indent="0" lvl="0" marL="0" marR="0" rtl="0" algn="ctr">
                        <a:lnSpc>
                          <a:spcPct val="100000"/>
                        </a:lnSpc>
                        <a:spcBef>
                          <a:spcPts val="0"/>
                        </a:spcBef>
                        <a:spcAft>
                          <a:spcPts val="0"/>
                        </a:spcAft>
                        <a:buNone/>
                      </a:pPr>
                      <a:r>
                        <a:rPr lang="en" sz="1100"/>
                        <a:t>Manager</a:t>
                      </a:r>
                      <a:endParaRPr i="0" sz="1100" u="none" cap="none" strike="noStrike">
                        <a:solidFill>
                          <a:schemeClr val="dk1"/>
                        </a:solidFill>
                      </a:endParaRPr>
                    </a:p>
                  </a:txBody>
                  <a:tcPr marT="41150" marB="4115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7F1ED"/>
                    </a:solidFill>
                  </a:tcPr>
                </a:tc>
              </a:tr>
            </a:tbl>
          </a:graphicData>
        </a:graphic>
      </p:graphicFrame>
      <p:sp>
        <p:nvSpPr>
          <p:cNvPr id="299" name="Google Shape;299;p43"/>
          <p:cNvSpPr txBox="1"/>
          <p:nvPr>
            <p:ph idx="11" type="ftr"/>
          </p:nvPr>
        </p:nvSpPr>
        <p:spPr>
          <a:xfrm>
            <a:off x="6124575" y="4859339"/>
            <a:ext cx="2302100" cy="11776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r>
              <a:rPr lang="en"/>
              <a:t>Member FINRA/SIPC</a:t>
            </a:r>
            <a:endParaRPr/>
          </a:p>
        </p:txBody>
      </p:sp>
      <p:sp>
        <p:nvSpPr>
          <p:cNvPr id="300" name="Google Shape;300;p43"/>
          <p:cNvSpPr txBox="1"/>
          <p:nvPr/>
        </p:nvSpPr>
        <p:spPr>
          <a:xfrm>
            <a:off x="457200" y="4276475"/>
            <a:ext cx="5949300" cy="4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accent6"/>
                </a:solidFill>
              </a:rPr>
              <a:t>Colored </a:t>
            </a:r>
            <a:r>
              <a:rPr lang="en" sz="1200">
                <a:solidFill>
                  <a:schemeClr val="dk2"/>
                </a:solidFill>
              </a:rPr>
              <a:t>text represents implemented data (API integrations </a:t>
            </a:r>
            <a:r>
              <a:rPr lang="en" sz="1200">
                <a:solidFill>
                  <a:schemeClr val="dk2"/>
                </a:solidFill>
              </a:rPr>
              <a:t>&amp;</a:t>
            </a:r>
            <a:r>
              <a:rPr lang="en" sz="1200">
                <a:solidFill>
                  <a:schemeClr val="dk2"/>
                </a:solidFill>
              </a:rPr>
              <a:t> 1-to-1 simulations) </a:t>
            </a:r>
            <a:endParaRPr sz="1200">
              <a:solidFill>
                <a:schemeClr val="dk2"/>
              </a:solidFill>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4"/>
          <p:cNvSpPr txBox="1"/>
          <p:nvPr>
            <p:ph idx="1" type="body"/>
          </p:nvPr>
        </p:nvSpPr>
        <p:spPr>
          <a:xfrm>
            <a:off x="457199" y="1010125"/>
            <a:ext cx="7335600" cy="3476100"/>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Transaction analysis tracks structuring behavior, velocity spikes, distribution anomalies, cross-border red flags</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Communication analysis identifies collusion language, urgency indicators, coordinated activity, timing patterns</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Behavioral monitoring reviews disciplinary history, access pattern changes, account modifications, reactivation events</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Code &amp; HR signals detect credential exposure, documentation gaps, complaint trends, team-level patterns</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1000"/>
              </a:spcAft>
              <a:buClr>
                <a:schemeClr val="accent5"/>
              </a:buClr>
              <a:buSzPts val="1800"/>
              <a:buFont typeface="Georgia"/>
              <a:buChar char="●"/>
            </a:pPr>
            <a:r>
              <a:rPr lang="en" sz="1800">
                <a:solidFill>
                  <a:schemeClr val="accent5"/>
                </a:solidFill>
                <a:latin typeface="Georgia"/>
                <a:ea typeface="Georgia"/>
                <a:cs typeface="Georgia"/>
                <a:sym typeface="Georgia"/>
              </a:rPr>
              <a:t>Alert routing sends critical cases (</a:t>
            </a:r>
            <a:r>
              <a:rPr lang="en" sz="1800">
                <a:solidFill>
                  <a:schemeClr val="accent6"/>
                </a:solidFill>
                <a:latin typeface="Georgia"/>
                <a:ea typeface="Georgia"/>
                <a:cs typeface="Georgia"/>
                <a:sym typeface="Georgia"/>
              </a:rPr>
              <a:t>90+</a:t>
            </a:r>
            <a:r>
              <a:rPr lang="en" sz="1800">
                <a:solidFill>
                  <a:schemeClr val="accent5"/>
                </a:solidFill>
                <a:latin typeface="Georgia"/>
                <a:ea typeface="Georgia"/>
                <a:cs typeface="Georgia"/>
                <a:sym typeface="Georgia"/>
              </a:rPr>
              <a:t>) to CCO, elevated cases (</a:t>
            </a:r>
            <a:r>
              <a:rPr lang="en" sz="1800">
                <a:solidFill>
                  <a:schemeClr val="accent6"/>
                </a:solidFill>
                <a:latin typeface="Georgia"/>
                <a:ea typeface="Georgia"/>
                <a:cs typeface="Georgia"/>
                <a:sym typeface="Georgia"/>
              </a:rPr>
              <a:t>75-89</a:t>
            </a:r>
            <a:r>
              <a:rPr lang="en" sz="1800">
                <a:solidFill>
                  <a:schemeClr val="accent5"/>
                </a:solidFill>
                <a:latin typeface="Georgia"/>
                <a:ea typeface="Georgia"/>
                <a:cs typeface="Georgia"/>
                <a:sym typeface="Georgia"/>
              </a:rPr>
              <a:t>) to active monitoring, moderate cases (</a:t>
            </a:r>
            <a:r>
              <a:rPr lang="en" sz="1800">
                <a:solidFill>
                  <a:schemeClr val="accent6"/>
                </a:solidFill>
                <a:latin typeface="Georgia"/>
                <a:ea typeface="Georgia"/>
                <a:cs typeface="Georgia"/>
                <a:sym typeface="Georgia"/>
              </a:rPr>
              <a:t>60-74</a:t>
            </a:r>
            <a:r>
              <a:rPr lang="en" sz="1800">
                <a:solidFill>
                  <a:schemeClr val="accent5"/>
                </a:solidFill>
                <a:latin typeface="Georgia"/>
                <a:ea typeface="Georgia"/>
                <a:cs typeface="Georgia"/>
                <a:sym typeface="Georgia"/>
              </a:rPr>
              <a:t>) to review queue</a:t>
            </a:r>
            <a:endParaRPr sz="1800">
              <a:solidFill>
                <a:schemeClr val="accent5"/>
              </a:solidFill>
              <a:latin typeface="Georgia"/>
              <a:ea typeface="Georgia"/>
              <a:cs typeface="Georgia"/>
              <a:sym typeface="Georgia"/>
            </a:endParaRPr>
          </a:p>
        </p:txBody>
      </p:sp>
      <p:sp>
        <p:nvSpPr>
          <p:cNvPr id="306" name="Google Shape;306;p44"/>
          <p:cNvSpPr txBox="1"/>
          <p:nvPr>
            <p:ph type="title"/>
          </p:nvPr>
        </p:nvSpPr>
        <p:spPr>
          <a:xfrm>
            <a:off x="457201" y="643975"/>
            <a:ext cx="7178700" cy="29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1400"/>
              <a:buNone/>
            </a:pPr>
            <a:r>
              <a:rPr lang="en"/>
              <a:t>Architecture (Data Streams) cont.</a:t>
            </a:r>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5"/>
          <p:cNvSpPr txBox="1"/>
          <p:nvPr>
            <p:ph idx="1" type="body"/>
          </p:nvPr>
        </p:nvSpPr>
        <p:spPr>
          <a:xfrm>
            <a:off x="457199" y="1010125"/>
            <a:ext cx="7335600" cy="3476100"/>
          </a:xfrm>
          <a:prstGeom prst="rect">
            <a:avLst/>
          </a:prstGeom>
          <a:noFill/>
          <a:ln>
            <a:noFill/>
          </a:ln>
        </p:spPr>
        <p:txBody>
          <a:bodyPr anchorCtr="0" anchor="t" bIns="0" lIns="0" spcFirstLastPara="1" rIns="0" wrap="square" tIns="0">
            <a:noAutofit/>
          </a:bodyPr>
          <a:lstStyle/>
          <a:p>
            <a:pPr indent="-336550" lvl="0" marL="457200" rtl="0" algn="l">
              <a:lnSpc>
                <a:spcPct val="100000"/>
              </a:lnSpc>
              <a:spcBef>
                <a:spcPts val="0"/>
              </a:spcBef>
              <a:spcAft>
                <a:spcPts val="0"/>
              </a:spcAft>
              <a:buClr>
                <a:schemeClr val="accent5"/>
              </a:buClr>
              <a:buSzPts val="1700"/>
              <a:buFont typeface="Georgia"/>
              <a:buChar char="●"/>
            </a:pPr>
            <a:r>
              <a:rPr lang="en" sz="1700">
                <a:solidFill>
                  <a:schemeClr val="accent5"/>
                </a:solidFill>
                <a:latin typeface="Georgia"/>
                <a:ea typeface="Georgia"/>
                <a:cs typeface="Georgia"/>
                <a:sym typeface="Georgia"/>
              </a:rPr>
              <a:t>High-impact roles (registered reps, managers, admins) = </a:t>
            </a:r>
            <a:r>
              <a:rPr lang="en" sz="1700">
                <a:solidFill>
                  <a:schemeClr val="accent6"/>
                </a:solidFill>
                <a:latin typeface="Georgia"/>
                <a:ea typeface="Georgia"/>
                <a:cs typeface="Georgia"/>
                <a:sym typeface="Georgia"/>
              </a:rPr>
              <a:t>3.0x</a:t>
            </a:r>
            <a:r>
              <a:rPr lang="en" sz="1700">
                <a:solidFill>
                  <a:schemeClr val="accent5"/>
                </a:solidFill>
                <a:latin typeface="Georgia"/>
                <a:ea typeface="Georgia"/>
                <a:cs typeface="Georgia"/>
                <a:sym typeface="Georgia"/>
              </a:rPr>
              <a:t> weight, moderate roles (sales, operations) = </a:t>
            </a:r>
            <a:r>
              <a:rPr lang="en" sz="1700">
                <a:solidFill>
                  <a:schemeClr val="accent6"/>
                </a:solidFill>
                <a:latin typeface="Georgia"/>
                <a:ea typeface="Georgia"/>
                <a:cs typeface="Georgia"/>
                <a:sym typeface="Georgia"/>
              </a:rPr>
              <a:t>2.0x</a:t>
            </a:r>
            <a:r>
              <a:rPr lang="en" sz="1700">
                <a:solidFill>
                  <a:schemeClr val="accent5"/>
                </a:solidFill>
                <a:latin typeface="Georgia"/>
                <a:ea typeface="Georgia"/>
                <a:cs typeface="Georgia"/>
                <a:sym typeface="Georgia"/>
              </a:rPr>
              <a:t>, standard = </a:t>
            </a:r>
            <a:r>
              <a:rPr lang="en" sz="1700">
                <a:solidFill>
                  <a:schemeClr val="accent6"/>
                </a:solidFill>
                <a:latin typeface="Georgia"/>
                <a:ea typeface="Georgia"/>
                <a:cs typeface="Georgia"/>
                <a:sym typeface="Georgia"/>
              </a:rPr>
              <a:t>1.0x</a:t>
            </a:r>
            <a:r>
              <a:rPr lang="en" sz="1700">
                <a:solidFill>
                  <a:schemeClr val="accent5"/>
                </a:solidFill>
                <a:latin typeface="Georgia"/>
                <a:ea typeface="Georgia"/>
                <a:cs typeface="Georgia"/>
                <a:sym typeface="Georgia"/>
              </a:rPr>
              <a:t> baseline</a:t>
            </a:r>
            <a:endParaRPr sz="1700">
              <a:solidFill>
                <a:schemeClr val="accent5"/>
              </a:solidFill>
              <a:latin typeface="Georgia"/>
              <a:ea typeface="Georgia"/>
              <a:cs typeface="Georgia"/>
              <a:sym typeface="Georgia"/>
            </a:endParaRPr>
          </a:p>
          <a:p>
            <a:pPr indent="-336550" lvl="0" marL="457200" rtl="0" algn="l">
              <a:lnSpc>
                <a:spcPct val="100000"/>
              </a:lnSpc>
              <a:spcBef>
                <a:spcPts val="1000"/>
              </a:spcBef>
              <a:spcAft>
                <a:spcPts val="0"/>
              </a:spcAft>
              <a:buClr>
                <a:schemeClr val="accent5"/>
              </a:buClr>
              <a:buSzPts val="1700"/>
              <a:buFont typeface="Georgia"/>
              <a:buChar char="●"/>
            </a:pPr>
            <a:r>
              <a:rPr lang="en" sz="1700">
                <a:solidFill>
                  <a:schemeClr val="accent5"/>
                </a:solidFill>
                <a:latin typeface="Georgia"/>
                <a:ea typeface="Georgia"/>
                <a:cs typeface="Georgia"/>
                <a:sym typeface="Georgia"/>
              </a:rPr>
              <a:t>AUM responsibility (</a:t>
            </a:r>
            <a:r>
              <a:rPr lang="en" sz="1700">
                <a:solidFill>
                  <a:schemeClr val="accent6"/>
                </a:solidFill>
                <a:latin typeface="Georgia"/>
                <a:ea typeface="Georgia"/>
                <a:cs typeface="Georgia"/>
                <a:sym typeface="Georgia"/>
              </a:rPr>
              <a:t>+0.5x per $50M</a:t>
            </a:r>
            <a:r>
              <a:rPr lang="en" sz="1700">
                <a:solidFill>
                  <a:schemeClr val="accent5"/>
                </a:solidFill>
                <a:latin typeface="Georgia"/>
                <a:ea typeface="Georgia"/>
                <a:cs typeface="Georgia"/>
                <a:sym typeface="Georgia"/>
              </a:rPr>
              <a:t>), prior violations (</a:t>
            </a:r>
            <a:r>
              <a:rPr lang="en" sz="1700">
                <a:solidFill>
                  <a:schemeClr val="accent6"/>
                </a:solidFill>
                <a:latin typeface="Georgia"/>
                <a:ea typeface="Georgia"/>
                <a:cs typeface="Georgia"/>
                <a:sym typeface="Georgia"/>
              </a:rPr>
              <a:t>+1.5x</a:t>
            </a:r>
            <a:r>
              <a:rPr lang="en" sz="1700">
                <a:solidFill>
                  <a:schemeClr val="accent5"/>
                </a:solidFill>
                <a:latin typeface="Georgia"/>
                <a:ea typeface="Georgia"/>
                <a:cs typeface="Georgia"/>
                <a:sym typeface="Georgia"/>
              </a:rPr>
              <a:t>), system privileges (</a:t>
            </a:r>
            <a:r>
              <a:rPr lang="en" sz="1700">
                <a:solidFill>
                  <a:schemeClr val="accent6"/>
                </a:solidFill>
                <a:latin typeface="Georgia"/>
                <a:ea typeface="Georgia"/>
                <a:cs typeface="Georgia"/>
                <a:sym typeface="Georgia"/>
              </a:rPr>
              <a:t>+0.8x</a:t>
            </a:r>
            <a:r>
              <a:rPr lang="en" sz="1700">
                <a:solidFill>
                  <a:schemeClr val="accent5"/>
                </a:solidFill>
                <a:latin typeface="Georgia"/>
                <a:ea typeface="Georgia"/>
                <a:cs typeface="Georgia"/>
                <a:sym typeface="Georgia"/>
              </a:rPr>
              <a:t>), clean 5+ year record (</a:t>
            </a:r>
            <a:r>
              <a:rPr lang="en" sz="1700">
                <a:solidFill>
                  <a:schemeClr val="accent6"/>
                </a:solidFill>
                <a:latin typeface="Georgia"/>
                <a:ea typeface="Georgia"/>
                <a:cs typeface="Georgia"/>
                <a:sym typeface="Georgia"/>
              </a:rPr>
              <a:t>-0.3x</a:t>
            </a:r>
            <a:r>
              <a:rPr lang="en" sz="1700">
                <a:solidFill>
                  <a:schemeClr val="accent5"/>
                </a:solidFill>
                <a:latin typeface="Georgia"/>
                <a:ea typeface="Georgia"/>
                <a:cs typeface="Georgia"/>
                <a:sym typeface="Georgia"/>
              </a:rPr>
              <a:t>)</a:t>
            </a:r>
            <a:endParaRPr sz="1700">
              <a:solidFill>
                <a:schemeClr val="accent5"/>
              </a:solidFill>
              <a:latin typeface="Georgia"/>
              <a:ea typeface="Georgia"/>
              <a:cs typeface="Georgia"/>
              <a:sym typeface="Georgia"/>
            </a:endParaRPr>
          </a:p>
          <a:p>
            <a:pPr indent="-336550" lvl="0" marL="457200" rtl="0" algn="l">
              <a:lnSpc>
                <a:spcPct val="100000"/>
              </a:lnSpc>
              <a:spcBef>
                <a:spcPts val="1000"/>
              </a:spcBef>
              <a:spcAft>
                <a:spcPts val="0"/>
              </a:spcAft>
              <a:buClr>
                <a:schemeClr val="accent5"/>
              </a:buClr>
              <a:buSzPts val="1700"/>
              <a:buFont typeface="Georgia"/>
              <a:buChar char="●"/>
            </a:pPr>
            <a:r>
              <a:rPr lang="en" sz="1700">
                <a:solidFill>
                  <a:schemeClr val="accent5"/>
                </a:solidFill>
                <a:latin typeface="Georgia"/>
                <a:ea typeface="Georgia"/>
                <a:cs typeface="Georgia"/>
                <a:sym typeface="Georgia"/>
              </a:rPr>
              <a:t>FINRA 3310/3110/2210, SEC 17a-4, Bank Secrecy Act, DFPI, CPPA</a:t>
            </a:r>
            <a:endParaRPr sz="1700">
              <a:solidFill>
                <a:schemeClr val="accent5"/>
              </a:solidFill>
              <a:latin typeface="Georgia"/>
              <a:ea typeface="Georgia"/>
              <a:cs typeface="Georgia"/>
              <a:sym typeface="Georgia"/>
            </a:endParaRPr>
          </a:p>
          <a:p>
            <a:pPr indent="-336550" lvl="0" marL="457200" rtl="0" algn="l">
              <a:lnSpc>
                <a:spcPct val="100000"/>
              </a:lnSpc>
              <a:spcBef>
                <a:spcPts val="1000"/>
              </a:spcBef>
              <a:spcAft>
                <a:spcPts val="1000"/>
              </a:spcAft>
              <a:buClr>
                <a:schemeClr val="accent5"/>
              </a:buClr>
              <a:buSzPts val="1700"/>
              <a:buFont typeface="Georgia"/>
              <a:buChar char="●"/>
            </a:pPr>
            <a:r>
              <a:rPr lang="en" sz="1700">
                <a:solidFill>
                  <a:schemeClr val="accent5"/>
                </a:solidFill>
                <a:latin typeface="Georgia"/>
                <a:ea typeface="Georgia"/>
                <a:cs typeface="Georgia"/>
                <a:sym typeface="Georgia"/>
              </a:rPr>
              <a:t>Real-time transaction monitoring, </a:t>
            </a:r>
            <a:r>
              <a:rPr lang="en" sz="1700">
                <a:solidFill>
                  <a:schemeClr val="accent5"/>
                </a:solidFill>
                <a:latin typeface="Georgia"/>
                <a:ea typeface="Georgia"/>
                <a:cs typeface="Georgia"/>
                <a:sym typeface="Georgia"/>
              </a:rPr>
              <a:t>hourly </a:t>
            </a:r>
            <a:r>
              <a:rPr lang="en" sz="1700">
                <a:solidFill>
                  <a:schemeClr val="accent5"/>
                </a:solidFill>
                <a:latin typeface="Georgia"/>
                <a:ea typeface="Georgia"/>
                <a:cs typeface="Georgia"/>
                <a:sym typeface="Georgia"/>
              </a:rPr>
              <a:t>communication scans, daily regulatory reconciliation</a:t>
            </a:r>
            <a:endParaRPr sz="1700">
              <a:solidFill>
                <a:schemeClr val="accent5"/>
              </a:solidFill>
              <a:latin typeface="Georgia"/>
              <a:ea typeface="Georgia"/>
              <a:cs typeface="Georgia"/>
              <a:sym typeface="Georgia"/>
            </a:endParaRPr>
          </a:p>
        </p:txBody>
      </p:sp>
      <p:sp>
        <p:nvSpPr>
          <p:cNvPr id="312" name="Google Shape;312;p45"/>
          <p:cNvSpPr txBox="1"/>
          <p:nvPr>
            <p:ph type="title"/>
          </p:nvPr>
        </p:nvSpPr>
        <p:spPr>
          <a:xfrm>
            <a:off x="457201" y="643975"/>
            <a:ext cx="7745400" cy="29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
              <a:t>Architecture (Mathematical Analysis &amp; More)</a:t>
            </a:r>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6"/>
          <p:cNvSpPr txBox="1"/>
          <p:nvPr>
            <p:ph type="ctrTitle"/>
          </p:nvPr>
        </p:nvSpPr>
        <p:spPr>
          <a:xfrm>
            <a:off x="1171866" y="2042546"/>
            <a:ext cx="5437800" cy="8751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400"/>
              <a:buNone/>
            </a:pPr>
            <a:r>
              <a:rPr lang="en"/>
              <a:t>Visualizations</a:t>
            </a:r>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7"/>
          <p:cNvSpPr txBox="1"/>
          <p:nvPr>
            <p:ph idx="1" type="body"/>
          </p:nvPr>
        </p:nvSpPr>
        <p:spPr>
          <a:xfrm>
            <a:off x="457199" y="1010125"/>
            <a:ext cx="7335600" cy="3476100"/>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1000"/>
              </a:spcAft>
              <a:buClr>
                <a:schemeClr val="accent5"/>
              </a:buClr>
              <a:buSzPts val="1800"/>
              <a:buFont typeface="Georgia"/>
              <a:buChar char="●"/>
            </a:pPr>
            <a:r>
              <a:rPr lang="en" sz="1800">
                <a:solidFill>
                  <a:schemeClr val="accent5"/>
                </a:solidFill>
                <a:latin typeface="Georgia"/>
                <a:ea typeface="Georgia"/>
                <a:cs typeface="Georgia"/>
                <a:sym typeface="Georgia"/>
              </a:rPr>
              <a:t>Insert photo</a:t>
            </a:r>
            <a:endParaRPr sz="1800">
              <a:solidFill>
                <a:schemeClr val="accent5"/>
              </a:solidFill>
              <a:latin typeface="Georgia"/>
              <a:ea typeface="Georgia"/>
              <a:cs typeface="Georgia"/>
              <a:sym typeface="Georgia"/>
            </a:endParaRPr>
          </a:p>
        </p:txBody>
      </p:sp>
      <p:sp>
        <p:nvSpPr>
          <p:cNvPr id="323" name="Google Shape;323;p47"/>
          <p:cNvSpPr txBox="1"/>
          <p:nvPr>
            <p:ph type="title"/>
          </p:nvPr>
        </p:nvSpPr>
        <p:spPr>
          <a:xfrm>
            <a:off x="457199" y="643965"/>
            <a:ext cx="3981600" cy="30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
              <a:t>Dashboard</a:t>
            </a:r>
            <a:endParaRPr/>
          </a:p>
        </p:txBody>
      </p:sp>
      <p:pic>
        <p:nvPicPr>
          <p:cNvPr id="324" name="Google Shape;324;p47" title="Screenshot 2026-01-31 070300.png"/>
          <p:cNvPicPr preferRelativeResize="0"/>
          <p:nvPr/>
        </p:nvPicPr>
        <p:blipFill>
          <a:blip r:embed="rId3">
            <a:alphaModFix/>
          </a:blip>
          <a:stretch>
            <a:fillRect/>
          </a:stretch>
        </p:blipFill>
        <p:spPr>
          <a:xfrm>
            <a:off x="457200" y="1010124"/>
            <a:ext cx="8270194" cy="3689050"/>
          </a:xfrm>
          <a:prstGeom prst="rect">
            <a:avLst/>
          </a:prstGeom>
          <a:noFill/>
          <a:ln>
            <a:noFill/>
          </a:ln>
        </p:spPr>
      </p:pic>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8"/>
          <p:cNvSpPr txBox="1"/>
          <p:nvPr>
            <p:ph idx="1" type="body"/>
          </p:nvPr>
        </p:nvSpPr>
        <p:spPr>
          <a:xfrm>
            <a:off x="457199" y="1010125"/>
            <a:ext cx="7335600" cy="3476100"/>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1000"/>
              </a:spcAft>
              <a:buClr>
                <a:schemeClr val="accent5"/>
              </a:buClr>
              <a:buSzPts val="1800"/>
              <a:buFont typeface="Georgia"/>
              <a:buChar char="●"/>
            </a:pPr>
            <a:r>
              <a:rPr lang="en" sz="1800">
                <a:solidFill>
                  <a:schemeClr val="accent5"/>
                </a:solidFill>
                <a:latin typeface="Georgia"/>
                <a:ea typeface="Georgia"/>
                <a:cs typeface="Georgia"/>
                <a:sym typeface="Georgia"/>
              </a:rPr>
              <a:t>Insert photo</a:t>
            </a:r>
            <a:endParaRPr sz="1800">
              <a:solidFill>
                <a:schemeClr val="accent5"/>
              </a:solidFill>
              <a:latin typeface="Georgia"/>
              <a:ea typeface="Georgia"/>
              <a:cs typeface="Georgia"/>
              <a:sym typeface="Georgia"/>
            </a:endParaRPr>
          </a:p>
        </p:txBody>
      </p:sp>
      <p:sp>
        <p:nvSpPr>
          <p:cNvPr id="330" name="Google Shape;330;p48"/>
          <p:cNvSpPr txBox="1"/>
          <p:nvPr>
            <p:ph type="title"/>
          </p:nvPr>
        </p:nvSpPr>
        <p:spPr>
          <a:xfrm>
            <a:off x="457199" y="643965"/>
            <a:ext cx="3981600" cy="30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
              <a:t>Employee / Personnel Directory</a:t>
            </a:r>
            <a:endParaRPr/>
          </a:p>
        </p:txBody>
      </p:sp>
      <p:pic>
        <p:nvPicPr>
          <p:cNvPr id="331" name="Google Shape;331;p48" title="Screenshot 2026-01-31 070454.png"/>
          <p:cNvPicPr preferRelativeResize="0"/>
          <p:nvPr/>
        </p:nvPicPr>
        <p:blipFill>
          <a:blip r:embed="rId3">
            <a:alphaModFix/>
          </a:blip>
          <a:stretch>
            <a:fillRect/>
          </a:stretch>
        </p:blipFill>
        <p:spPr>
          <a:xfrm>
            <a:off x="457200" y="1010125"/>
            <a:ext cx="8226427" cy="3665231"/>
          </a:xfrm>
          <a:prstGeom prst="rect">
            <a:avLst/>
          </a:prstGeom>
          <a:noFill/>
          <a:ln>
            <a:noFill/>
          </a:ln>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9"/>
          <p:cNvSpPr txBox="1"/>
          <p:nvPr>
            <p:ph idx="1" type="body"/>
          </p:nvPr>
        </p:nvSpPr>
        <p:spPr>
          <a:xfrm>
            <a:off x="457199" y="1010125"/>
            <a:ext cx="7335600" cy="3476100"/>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1000"/>
              </a:spcAft>
              <a:buClr>
                <a:schemeClr val="accent5"/>
              </a:buClr>
              <a:buSzPts val="1800"/>
              <a:buFont typeface="Georgia"/>
              <a:buChar char="●"/>
            </a:pPr>
            <a:r>
              <a:rPr lang="en" sz="1800">
                <a:solidFill>
                  <a:schemeClr val="accent5"/>
                </a:solidFill>
                <a:latin typeface="Georgia"/>
                <a:ea typeface="Georgia"/>
                <a:cs typeface="Georgia"/>
                <a:sym typeface="Georgia"/>
              </a:rPr>
              <a:t>Insert photo</a:t>
            </a:r>
            <a:endParaRPr sz="1800">
              <a:solidFill>
                <a:schemeClr val="accent5"/>
              </a:solidFill>
              <a:latin typeface="Georgia"/>
              <a:ea typeface="Georgia"/>
              <a:cs typeface="Georgia"/>
              <a:sym typeface="Georgia"/>
            </a:endParaRPr>
          </a:p>
        </p:txBody>
      </p:sp>
      <p:sp>
        <p:nvSpPr>
          <p:cNvPr id="337" name="Google Shape;337;p49"/>
          <p:cNvSpPr txBox="1"/>
          <p:nvPr>
            <p:ph type="title"/>
          </p:nvPr>
        </p:nvSpPr>
        <p:spPr>
          <a:xfrm>
            <a:off x="457200" y="643975"/>
            <a:ext cx="4746900" cy="30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
              <a:t>Company Dashboard / Overview</a:t>
            </a:r>
            <a:endParaRPr/>
          </a:p>
        </p:txBody>
      </p:sp>
      <p:pic>
        <p:nvPicPr>
          <p:cNvPr id="338" name="Google Shape;338;p49" title="Screenshot 2026-01-31 071003.png"/>
          <p:cNvPicPr preferRelativeResize="0"/>
          <p:nvPr/>
        </p:nvPicPr>
        <p:blipFill>
          <a:blip r:embed="rId3">
            <a:alphaModFix/>
          </a:blip>
          <a:stretch>
            <a:fillRect/>
          </a:stretch>
        </p:blipFill>
        <p:spPr>
          <a:xfrm>
            <a:off x="457200" y="1010125"/>
            <a:ext cx="8226425" cy="3641840"/>
          </a:xfrm>
          <a:prstGeom prst="rect">
            <a:avLst/>
          </a:prstGeom>
          <a:noFill/>
          <a:ln>
            <a:noFill/>
          </a:ln>
        </p:spPr>
      </p:pic>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0"/>
          <p:cNvSpPr txBox="1"/>
          <p:nvPr>
            <p:ph idx="1" type="body"/>
          </p:nvPr>
        </p:nvSpPr>
        <p:spPr>
          <a:xfrm>
            <a:off x="457199" y="1010125"/>
            <a:ext cx="7335600" cy="3476100"/>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Enterprise-wide employee risk rankings updated in real-time</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Relationship mapping identifies suspicious coordination patterns</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Investigation files bundle all evidence with timestamps and regulatory context</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Leadership reports generated automatically for disciplinary and legal review</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1000"/>
              </a:spcAft>
              <a:buClr>
                <a:schemeClr val="accent5"/>
              </a:buClr>
              <a:buSzPts val="1800"/>
              <a:buFont typeface="Georgia"/>
              <a:buChar char="●"/>
            </a:pPr>
            <a:r>
              <a:rPr lang="en" sz="1800">
                <a:solidFill>
                  <a:schemeClr val="accent5"/>
                </a:solidFill>
                <a:latin typeface="Georgia"/>
                <a:ea typeface="Georgia"/>
                <a:cs typeface="Georgia"/>
                <a:sym typeface="Georgia"/>
              </a:rPr>
              <a:t>Audit trails track each case from alert to resolution</a:t>
            </a:r>
            <a:endParaRPr sz="1800">
              <a:solidFill>
                <a:schemeClr val="accent5"/>
              </a:solidFill>
              <a:latin typeface="Georgia"/>
              <a:ea typeface="Georgia"/>
              <a:cs typeface="Georgia"/>
              <a:sym typeface="Georgia"/>
            </a:endParaRPr>
          </a:p>
        </p:txBody>
      </p:sp>
      <p:sp>
        <p:nvSpPr>
          <p:cNvPr id="344" name="Google Shape;344;p50"/>
          <p:cNvSpPr txBox="1"/>
          <p:nvPr>
            <p:ph type="title"/>
          </p:nvPr>
        </p:nvSpPr>
        <p:spPr>
          <a:xfrm>
            <a:off x="457199" y="643965"/>
            <a:ext cx="3981600" cy="30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
              <a:t>Dashboard and Insights</a:t>
            </a:r>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1"/>
          <p:cNvSpPr txBox="1"/>
          <p:nvPr>
            <p:ph type="ctrTitle"/>
          </p:nvPr>
        </p:nvSpPr>
        <p:spPr>
          <a:xfrm>
            <a:off x="1171875" y="2042550"/>
            <a:ext cx="6986100" cy="8751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400"/>
              <a:buNone/>
            </a:pPr>
            <a:r>
              <a:rPr lang="en"/>
              <a:t>LPL Financial's AI-Native Objectives</a:t>
            </a:r>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2"/>
          <p:cNvSpPr txBox="1"/>
          <p:nvPr>
            <p:ph idx="1" type="body"/>
          </p:nvPr>
        </p:nvSpPr>
        <p:spPr>
          <a:xfrm>
            <a:off x="457199" y="1010125"/>
            <a:ext cx="7335600" cy="3476100"/>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Unified AI-native compliance platform connecting financial analytics, natural language processing, and code security domains</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Estimated </a:t>
            </a:r>
            <a:r>
              <a:rPr lang="en" sz="1800">
                <a:solidFill>
                  <a:schemeClr val="accent6"/>
                </a:solidFill>
                <a:latin typeface="Georgia"/>
                <a:ea typeface="Georgia"/>
                <a:cs typeface="Georgia"/>
                <a:sym typeface="Georgia"/>
              </a:rPr>
              <a:t>70-85%</a:t>
            </a:r>
            <a:r>
              <a:rPr lang="en" sz="1800">
                <a:solidFill>
                  <a:schemeClr val="accent5"/>
                </a:solidFill>
                <a:latin typeface="Georgia"/>
                <a:ea typeface="Georgia"/>
                <a:cs typeface="Georgia"/>
                <a:sym typeface="Georgia"/>
              </a:rPr>
              <a:t> reduction in incident detection latency through automated cross-departmental correlation</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Enhanced trust framework replacing fragmented internal reporting with transparent, auditable compliance workflows</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1000"/>
              </a:spcAft>
              <a:buClr>
                <a:schemeClr val="accent5"/>
              </a:buClr>
              <a:buSzPts val="1800"/>
              <a:buFont typeface="Georgia"/>
              <a:buChar char="●"/>
            </a:pPr>
            <a:r>
              <a:rPr lang="en" sz="1800">
                <a:solidFill>
                  <a:schemeClr val="accent5"/>
                </a:solidFill>
                <a:latin typeface="Georgia"/>
                <a:ea typeface="Georgia"/>
                <a:cs typeface="Georgia"/>
                <a:sym typeface="Georgia"/>
              </a:rPr>
              <a:t>Proactive risk mitigation preventing reputational damage and regulatory penalties down the line through early intervention</a:t>
            </a:r>
            <a:endParaRPr sz="1800">
              <a:solidFill>
                <a:schemeClr val="accent5"/>
              </a:solidFill>
              <a:latin typeface="Georgia"/>
              <a:ea typeface="Georgia"/>
              <a:cs typeface="Georgia"/>
              <a:sym typeface="Georgia"/>
            </a:endParaRPr>
          </a:p>
        </p:txBody>
      </p:sp>
      <p:sp>
        <p:nvSpPr>
          <p:cNvPr id="355" name="Google Shape;355;p52"/>
          <p:cNvSpPr txBox="1"/>
          <p:nvPr>
            <p:ph type="title"/>
          </p:nvPr>
        </p:nvSpPr>
        <p:spPr>
          <a:xfrm>
            <a:off x="457200" y="643976"/>
            <a:ext cx="5667300" cy="328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
              <a:t>LPL Financial's AI-Native Objectives</a:t>
            </a:r>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3"/>
          <p:cNvSpPr txBox="1"/>
          <p:nvPr>
            <p:ph type="ctrTitle"/>
          </p:nvPr>
        </p:nvSpPr>
        <p:spPr>
          <a:xfrm>
            <a:off x="1171875" y="2042550"/>
            <a:ext cx="6986100" cy="8751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400"/>
              <a:buNone/>
            </a:pPr>
            <a:r>
              <a:rPr lang="en"/>
              <a:t>Future Development &amp; Safeguards</a:t>
            </a:r>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4"/>
          <p:cNvSpPr txBox="1"/>
          <p:nvPr>
            <p:ph idx="1" type="body"/>
          </p:nvPr>
        </p:nvSpPr>
        <p:spPr>
          <a:xfrm>
            <a:off x="457199" y="1010125"/>
            <a:ext cx="7335600" cy="3476100"/>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Accuracy improvements through training on resolved cases, compliance feedback loops, active learning to cut false positives</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External integrations with adverse media APIs, litigation databases, credit agencies for financial distress signals</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Detection expansion covers voice transcription, trading desk logs, predictive risk modeling</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1000"/>
              </a:spcAft>
              <a:buClr>
                <a:schemeClr val="accent5"/>
              </a:buClr>
              <a:buSzPts val="1800"/>
              <a:buFont typeface="Georgia"/>
              <a:buChar char="●"/>
            </a:pPr>
            <a:r>
              <a:rPr lang="en" sz="1800">
                <a:solidFill>
                  <a:schemeClr val="accent5"/>
                </a:solidFill>
                <a:latin typeface="Georgia"/>
                <a:ea typeface="Georgia"/>
                <a:cs typeface="Georgia"/>
                <a:sym typeface="Georgia"/>
              </a:rPr>
              <a:t>Regulatory scaling for international standards (</a:t>
            </a:r>
            <a:r>
              <a:rPr lang="en" sz="1800">
                <a:solidFill>
                  <a:schemeClr val="accent6"/>
                </a:solidFill>
                <a:latin typeface="Georgia"/>
                <a:ea typeface="Georgia"/>
                <a:cs typeface="Georgia"/>
                <a:sym typeface="Georgia"/>
              </a:rPr>
              <a:t>MiFID II</a:t>
            </a:r>
            <a:r>
              <a:rPr lang="en" sz="1800">
                <a:solidFill>
                  <a:schemeClr val="accent5"/>
                </a:solidFill>
                <a:latin typeface="Georgia"/>
                <a:ea typeface="Georgia"/>
                <a:cs typeface="Georgia"/>
                <a:sym typeface="Georgia"/>
              </a:rPr>
              <a:t>, </a:t>
            </a:r>
            <a:r>
              <a:rPr lang="en" sz="1800">
                <a:solidFill>
                  <a:schemeClr val="accent6"/>
                </a:solidFill>
                <a:latin typeface="Georgia"/>
                <a:ea typeface="Georgia"/>
                <a:cs typeface="Georgia"/>
                <a:sym typeface="Georgia"/>
              </a:rPr>
              <a:t>GDPR</a:t>
            </a:r>
            <a:r>
              <a:rPr lang="en" sz="1800">
                <a:solidFill>
                  <a:schemeClr val="accent5"/>
                </a:solidFill>
                <a:latin typeface="Georgia"/>
                <a:ea typeface="Georgia"/>
                <a:cs typeface="Georgia"/>
                <a:sym typeface="Georgia"/>
              </a:rPr>
              <a:t>), adjacent sectors (banking, insurance, wealth management)</a:t>
            </a:r>
            <a:endParaRPr sz="1800">
              <a:solidFill>
                <a:schemeClr val="accent5"/>
              </a:solidFill>
              <a:latin typeface="Georgia"/>
              <a:ea typeface="Georgia"/>
              <a:cs typeface="Georgia"/>
              <a:sym typeface="Georgia"/>
            </a:endParaRPr>
          </a:p>
        </p:txBody>
      </p:sp>
      <p:sp>
        <p:nvSpPr>
          <p:cNvPr id="366" name="Google Shape;366;p54"/>
          <p:cNvSpPr txBox="1"/>
          <p:nvPr>
            <p:ph type="title"/>
          </p:nvPr>
        </p:nvSpPr>
        <p:spPr>
          <a:xfrm>
            <a:off x="457201" y="643975"/>
            <a:ext cx="6055500" cy="30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
              <a:t>Future Development &amp; Safeguards</a:t>
            </a:r>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5"/>
          <p:cNvSpPr txBox="1"/>
          <p:nvPr>
            <p:ph type="ctrTitle"/>
          </p:nvPr>
        </p:nvSpPr>
        <p:spPr>
          <a:xfrm>
            <a:off x="1171875" y="2042550"/>
            <a:ext cx="6986100" cy="8751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400"/>
              <a:buNone/>
            </a:pPr>
            <a:r>
              <a:rPr lang="en"/>
              <a:t>Technology Stack &amp; Research</a:t>
            </a:r>
            <a:endParaRP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6"/>
          <p:cNvSpPr txBox="1"/>
          <p:nvPr>
            <p:ph idx="1" type="body"/>
          </p:nvPr>
        </p:nvSpPr>
        <p:spPr>
          <a:xfrm>
            <a:off x="457199" y="1010125"/>
            <a:ext cx="7335600" cy="3476100"/>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AI-assisted development with </a:t>
            </a:r>
            <a:r>
              <a:rPr lang="en" sz="1800">
                <a:solidFill>
                  <a:schemeClr val="accent6"/>
                </a:solidFill>
                <a:latin typeface="Georgia"/>
                <a:ea typeface="Georgia"/>
                <a:cs typeface="Georgia"/>
                <a:sym typeface="Georgia"/>
              </a:rPr>
              <a:t>GitHub Copilot</a:t>
            </a:r>
            <a:r>
              <a:rPr lang="en" sz="1800">
                <a:solidFill>
                  <a:schemeClr val="accent5"/>
                </a:solidFill>
                <a:latin typeface="Georgia"/>
                <a:ea typeface="Georgia"/>
                <a:cs typeface="Georgia"/>
                <a:sym typeface="Georgia"/>
              </a:rPr>
              <a:t>, </a:t>
            </a:r>
            <a:r>
              <a:rPr lang="en" sz="1800">
                <a:solidFill>
                  <a:schemeClr val="accent6"/>
                </a:solidFill>
                <a:latin typeface="Georgia"/>
                <a:ea typeface="Georgia"/>
                <a:cs typeface="Georgia"/>
                <a:sym typeface="Georgia"/>
              </a:rPr>
              <a:t>VSCode + GitHub Copilot</a:t>
            </a:r>
            <a:r>
              <a:rPr lang="en" sz="1800">
                <a:solidFill>
                  <a:schemeClr val="accent5"/>
                </a:solidFill>
                <a:latin typeface="Georgia"/>
                <a:ea typeface="Georgia"/>
                <a:cs typeface="Georgia"/>
                <a:sym typeface="Georgia"/>
              </a:rPr>
              <a:t>, </a:t>
            </a:r>
            <a:r>
              <a:rPr lang="en" sz="1800">
                <a:solidFill>
                  <a:schemeClr val="accent6"/>
                </a:solidFill>
                <a:latin typeface="Georgia"/>
                <a:ea typeface="Georgia"/>
                <a:cs typeface="Georgia"/>
                <a:sym typeface="Georgia"/>
              </a:rPr>
              <a:t>Cursor</a:t>
            </a:r>
            <a:r>
              <a:rPr lang="en" sz="1800">
                <a:solidFill>
                  <a:schemeClr val="accent5"/>
                </a:solidFill>
                <a:latin typeface="Georgia"/>
                <a:ea typeface="Georgia"/>
                <a:cs typeface="Georgia"/>
                <a:sym typeface="Georgia"/>
              </a:rPr>
              <a:t>, </a:t>
            </a:r>
            <a:r>
              <a:rPr lang="en" sz="1800">
                <a:solidFill>
                  <a:schemeClr val="accent6"/>
                </a:solidFill>
                <a:latin typeface="Georgia"/>
                <a:ea typeface="Georgia"/>
                <a:cs typeface="Georgia"/>
                <a:sym typeface="Georgia"/>
              </a:rPr>
              <a:t>Antigravity</a:t>
            </a:r>
            <a:r>
              <a:rPr lang="en" sz="1800">
                <a:solidFill>
                  <a:schemeClr val="accent5"/>
                </a:solidFill>
                <a:latin typeface="Georgia"/>
                <a:ea typeface="Georgia"/>
                <a:cs typeface="Georgia"/>
                <a:sym typeface="Georgia"/>
              </a:rPr>
              <a:t>, and </a:t>
            </a:r>
            <a:r>
              <a:rPr lang="en" sz="1800">
                <a:solidFill>
                  <a:schemeClr val="accent6"/>
                </a:solidFill>
                <a:latin typeface="Georgia"/>
                <a:ea typeface="Georgia"/>
                <a:cs typeface="Georgia"/>
                <a:sym typeface="Georgia"/>
              </a:rPr>
              <a:t>Kiro</a:t>
            </a:r>
            <a:r>
              <a:rPr lang="en" sz="1800">
                <a:solidFill>
                  <a:schemeClr val="accent5"/>
                </a:solidFill>
                <a:latin typeface="Georgia"/>
                <a:ea typeface="Georgia"/>
                <a:cs typeface="Georgia"/>
                <a:sym typeface="Georgia"/>
              </a:rPr>
              <a:t> for accelerated prototyping</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APIs &amp; tool calls include </a:t>
            </a:r>
            <a:r>
              <a:rPr lang="en" sz="1800">
                <a:solidFill>
                  <a:schemeClr val="accent6"/>
                </a:solidFill>
                <a:latin typeface="Georgia"/>
                <a:ea typeface="Georgia"/>
                <a:cs typeface="Georgia"/>
                <a:sym typeface="Georgia"/>
              </a:rPr>
              <a:t>Slack API</a:t>
            </a:r>
            <a:r>
              <a:rPr lang="en" sz="1800">
                <a:solidFill>
                  <a:schemeClr val="accent5"/>
                </a:solidFill>
                <a:latin typeface="Georgia"/>
                <a:ea typeface="Georgia"/>
                <a:cs typeface="Georgia"/>
                <a:sym typeface="Georgia"/>
              </a:rPr>
              <a:t>, </a:t>
            </a:r>
            <a:r>
              <a:rPr lang="en" sz="1800">
                <a:solidFill>
                  <a:schemeClr val="accent6"/>
                </a:solidFill>
                <a:latin typeface="Georgia"/>
                <a:ea typeface="Georgia"/>
                <a:cs typeface="Georgia"/>
                <a:sym typeface="Georgia"/>
              </a:rPr>
              <a:t>Gmail API</a:t>
            </a:r>
            <a:r>
              <a:rPr lang="en" sz="1800">
                <a:solidFill>
                  <a:schemeClr val="accent5"/>
                </a:solidFill>
                <a:latin typeface="Georgia"/>
                <a:ea typeface="Georgia"/>
                <a:cs typeface="Georgia"/>
                <a:sym typeface="Georgia"/>
              </a:rPr>
              <a:t>, </a:t>
            </a:r>
            <a:r>
              <a:rPr lang="en" sz="1800">
                <a:solidFill>
                  <a:schemeClr val="accent6"/>
                </a:solidFill>
                <a:latin typeface="Georgia"/>
                <a:ea typeface="Georgia"/>
                <a:cs typeface="Georgia"/>
                <a:sym typeface="Georgia"/>
              </a:rPr>
              <a:t>GitHub REST API</a:t>
            </a:r>
            <a:r>
              <a:rPr lang="en" sz="1800">
                <a:solidFill>
                  <a:schemeClr val="accent5"/>
                </a:solidFill>
                <a:latin typeface="Georgia"/>
                <a:ea typeface="Georgia"/>
                <a:cs typeface="Georgia"/>
                <a:sym typeface="Georgia"/>
              </a:rPr>
              <a:t>, </a:t>
            </a:r>
            <a:r>
              <a:rPr lang="en" sz="1800">
                <a:solidFill>
                  <a:schemeClr val="accent6"/>
                </a:solidFill>
                <a:latin typeface="Georgia"/>
                <a:ea typeface="Georgia"/>
                <a:cs typeface="Georgia"/>
                <a:sym typeface="Georgia"/>
              </a:rPr>
              <a:t>internal chat logging systems</a:t>
            </a:r>
            <a:r>
              <a:rPr lang="en" sz="1800">
                <a:solidFill>
                  <a:schemeClr val="accent5"/>
                </a:solidFill>
                <a:latin typeface="Georgia"/>
                <a:ea typeface="Georgia"/>
                <a:cs typeface="Georgia"/>
                <a:sym typeface="Georgia"/>
              </a:rPr>
              <a:t> (OpenAI/Claude conversation stores), </a:t>
            </a:r>
            <a:r>
              <a:rPr lang="en" sz="1800">
                <a:solidFill>
                  <a:schemeClr val="accent6"/>
                </a:solidFill>
                <a:latin typeface="Georgia"/>
                <a:ea typeface="Georgia"/>
                <a:cs typeface="Georgia"/>
                <a:sym typeface="Georgia"/>
              </a:rPr>
              <a:t>Chrome Extensions API</a:t>
            </a:r>
            <a:r>
              <a:rPr lang="en" sz="1800">
                <a:solidFill>
                  <a:schemeClr val="accent5"/>
                </a:solidFill>
                <a:latin typeface="Georgia"/>
                <a:ea typeface="Georgia"/>
                <a:cs typeface="Georgia"/>
                <a:sym typeface="Georgia"/>
              </a:rPr>
              <a:t> (Browser &amp; Search history), </a:t>
            </a:r>
            <a:r>
              <a:rPr lang="en" sz="1800">
                <a:solidFill>
                  <a:schemeClr val="accent6"/>
                </a:solidFill>
                <a:latin typeface="Georgia"/>
                <a:ea typeface="Georgia"/>
                <a:cs typeface="Georgia"/>
                <a:sym typeface="Georgia"/>
              </a:rPr>
              <a:t>Gemini API</a:t>
            </a:r>
            <a:r>
              <a:rPr lang="en" sz="1800">
                <a:solidFill>
                  <a:schemeClr val="accent5"/>
                </a:solidFill>
                <a:latin typeface="Georgia"/>
                <a:ea typeface="Georgia"/>
                <a:cs typeface="Georgia"/>
                <a:sym typeface="Georgia"/>
              </a:rPr>
              <a:t>, and more.</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0"/>
              </a:spcAft>
              <a:buClr>
                <a:schemeClr val="accent5"/>
              </a:buClr>
              <a:buSzPts val="1800"/>
              <a:buFont typeface="Georgia"/>
              <a:buChar char="●"/>
            </a:pPr>
            <a:r>
              <a:rPr lang="en" sz="1800">
                <a:solidFill>
                  <a:schemeClr val="accent5"/>
                </a:solidFill>
                <a:latin typeface="Georgia"/>
                <a:ea typeface="Georgia"/>
                <a:cs typeface="Georgia"/>
                <a:sym typeface="Georgia"/>
              </a:rPr>
              <a:t>Cloud infrastructure with </a:t>
            </a:r>
            <a:r>
              <a:rPr lang="en" sz="1800">
                <a:solidFill>
                  <a:schemeClr val="accent6"/>
                </a:solidFill>
                <a:latin typeface="Georgia"/>
                <a:ea typeface="Georgia"/>
                <a:cs typeface="Georgia"/>
                <a:sym typeface="Georgia"/>
              </a:rPr>
              <a:t>Amazon RDS</a:t>
            </a:r>
            <a:r>
              <a:rPr lang="en" sz="1800">
                <a:solidFill>
                  <a:schemeClr val="accent5"/>
                </a:solidFill>
                <a:latin typeface="Georgia"/>
                <a:ea typeface="Georgia"/>
                <a:cs typeface="Georgia"/>
                <a:sym typeface="Georgia"/>
              </a:rPr>
              <a:t> for scalable database deployment </a:t>
            </a:r>
            <a:endParaRPr sz="1800">
              <a:solidFill>
                <a:schemeClr val="accent5"/>
              </a:solidFill>
              <a:latin typeface="Georgia"/>
              <a:ea typeface="Georgia"/>
              <a:cs typeface="Georgia"/>
              <a:sym typeface="Georgia"/>
            </a:endParaRPr>
          </a:p>
          <a:p>
            <a:pPr indent="-342900" lvl="0" marL="457200" rtl="0" algn="l">
              <a:lnSpc>
                <a:spcPct val="100000"/>
              </a:lnSpc>
              <a:spcBef>
                <a:spcPts val="1000"/>
              </a:spcBef>
              <a:spcAft>
                <a:spcPts val="1000"/>
              </a:spcAft>
              <a:buClr>
                <a:schemeClr val="accent5"/>
              </a:buClr>
              <a:buSzPts val="1800"/>
              <a:buFont typeface="Georgia"/>
              <a:buChar char="●"/>
            </a:pPr>
            <a:r>
              <a:rPr lang="en" sz="1800">
                <a:solidFill>
                  <a:schemeClr val="accent5"/>
                </a:solidFill>
                <a:latin typeface="Georgia"/>
                <a:ea typeface="Georgia"/>
                <a:cs typeface="Georgia"/>
                <a:sym typeface="Georgia"/>
              </a:rPr>
              <a:t>We </a:t>
            </a:r>
            <a:r>
              <a:rPr lang="en" sz="1800">
                <a:solidFill>
                  <a:schemeClr val="accent5"/>
                </a:solidFill>
                <a:latin typeface="Georgia"/>
                <a:ea typeface="Georgia"/>
                <a:cs typeface="Georgia"/>
                <a:sym typeface="Georgia"/>
              </a:rPr>
              <a:t>received</a:t>
            </a:r>
            <a:r>
              <a:rPr lang="en" sz="1800">
                <a:solidFill>
                  <a:schemeClr val="accent5"/>
                </a:solidFill>
                <a:latin typeface="Georgia"/>
                <a:ea typeface="Georgia"/>
                <a:cs typeface="Georgia"/>
                <a:sym typeface="Georgia"/>
              </a:rPr>
              <a:t> insights from current and former employees at </a:t>
            </a:r>
            <a:r>
              <a:rPr lang="en" sz="1800">
                <a:solidFill>
                  <a:schemeClr val="accent6"/>
                </a:solidFill>
                <a:latin typeface="Georgia"/>
                <a:ea typeface="Georgia"/>
                <a:cs typeface="Georgia"/>
                <a:sym typeface="Georgia"/>
              </a:rPr>
              <a:t>LPL Financial</a:t>
            </a:r>
            <a:r>
              <a:rPr lang="en" sz="1800">
                <a:solidFill>
                  <a:schemeClr val="accent5"/>
                </a:solidFill>
                <a:latin typeface="Georgia"/>
                <a:ea typeface="Georgia"/>
                <a:cs typeface="Georgia"/>
                <a:sym typeface="Georgia"/>
              </a:rPr>
              <a:t>, and others including, </a:t>
            </a:r>
            <a:r>
              <a:rPr lang="en" sz="1800">
                <a:solidFill>
                  <a:schemeClr val="accent6"/>
                </a:solidFill>
                <a:latin typeface="Georgia"/>
                <a:ea typeface="Georgia"/>
                <a:cs typeface="Georgia"/>
                <a:sym typeface="Georgia"/>
              </a:rPr>
              <a:t>Bank of America</a:t>
            </a:r>
            <a:r>
              <a:rPr lang="en" sz="1800">
                <a:solidFill>
                  <a:schemeClr val="accent5"/>
                </a:solidFill>
                <a:latin typeface="Georgia"/>
                <a:ea typeface="Georgia"/>
                <a:cs typeface="Georgia"/>
                <a:sym typeface="Georgia"/>
              </a:rPr>
              <a:t>, </a:t>
            </a:r>
            <a:r>
              <a:rPr lang="en" sz="1800">
                <a:solidFill>
                  <a:schemeClr val="accent6"/>
                </a:solidFill>
                <a:latin typeface="Georgia"/>
                <a:ea typeface="Georgia"/>
                <a:cs typeface="Georgia"/>
                <a:sym typeface="Georgia"/>
              </a:rPr>
              <a:t>Morgan Stanley</a:t>
            </a:r>
            <a:r>
              <a:rPr lang="en" sz="1800">
                <a:solidFill>
                  <a:schemeClr val="accent5"/>
                </a:solidFill>
                <a:latin typeface="Georgia"/>
                <a:ea typeface="Georgia"/>
                <a:cs typeface="Georgia"/>
                <a:sym typeface="Georgia"/>
              </a:rPr>
              <a:t>, and </a:t>
            </a:r>
            <a:r>
              <a:rPr lang="en" sz="1800">
                <a:solidFill>
                  <a:schemeClr val="accent6"/>
                </a:solidFill>
                <a:latin typeface="Georgia"/>
                <a:ea typeface="Georgia"/>
                <a:cs typeface="Georgia"/>
                <a:sym typeface="Georgia"/>
              </a:rPr>
              <a:t>Verizon</a:t>
            </a:r>
            <a:r>
              <a:rPr lang="en" sz="1800">
                <a:solidFill>
                  <a:schemeClr val="accent5"/>
                </a:solidFill>
                <a:latin typeface="Georgia"/>
                <a:ea typeface="Georgia"/>
                <a:cs typeface="Georgia"/>
                <a:sym typeface="Georgia"/>
              </a:rPr>
              <a:t>, on relevant compliance threats </a:t>
            </a:r>
            <a:endParaRPr sz="1800">
              <a:solidFill>
                <a:schemeClr val="accent5"/>
              </a:solidFill>
              <a:latin typeface="Georgia"/>
              <a:ea typeface="Georgia"/>
              <a:cs typeface="Georgia"/>
              <a:sym typeface="Georgia"/>
            </a:endParaRPr>
          </a:p>
        </p:txBody>
      </p:sp>
      <p:sp>
        <p:nvSpPr>
          <p:cNvPr id="377" name="Google Shape;377;p56"/>
          <p:cNvSpPr txBox="1"/>
          <p:nvPr>
            <p:ph type="title"/>
          </p:nvPr>
        </p:nvSpPr>
        <p:spPr>
          <a:xfrm>
            <a:off x="457201" y="643975"/>
            <a:ext cx="7335600" cy="30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
              <a:t>Technology Stack &amp; Research</a:t>
            </a:r>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7"/>
          <p:cNvSpPr txBox="1"/>
          <p:nvPr>
            <p:ph type="ctrTitle"/>
          </p:nvPr>
        </p:nvSpPr>
        <p:spPr>
          <a:xfrm>
            <a:off x="1171866" y="2042546"/>
            <a:ext cx="5437734" cy="87504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400"/>
              <a:buNone/>
            </a:pPr>
            <a:r>
              <a:rPr lang="en"/>
              <a:t>Questions</a:t>
            </a:r>
            <a:endParaRPr/>
          </a:p>
        </p:txBody>
      </p:sp>
    </p:spTree>
  </p:cSld>
  <p:clrMapOvr>
    <a:masterClrMapping/>
  </p:clrMapOvr>
  <p:transition spd="med">
    <p:fade/>
  </p:transition>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LPL_Template">
  <a:themeElements>
    <a:clrScheme name="LPL_update">
      <a:dk1>
        <a:srgbClr val="000000"/>
      </a:dk1>
      <a:lt1>
        <a:srgbClr val="FFFFFF"/>
      </a:lt1>
      <a:dk2>
        <a:srgbClr val="00000A"/>
      </a:dk2>
      <a:lt2>
        <a:srgbClr val="FFFFFF"/>
      </a:lt2>
      <a:accent1>
        <a:srgbClr val="43CEAB"/>
      </a:accent1>
      <a:accent2>
        <a:srgbClr val="F0B52B"/>
      </a:accent2>
      <a:accent3>
        <a:srgbClr val="00AED3"/>
      </a:accent3>
      <a:accent4>
        <a:srgbClr val="BA3A28"/>
      </a:accent4>
      <a:accent5>
        <a:srgbClr val="06163A"/>
      </a:accent5>
      <a:accent6>
        <a:srgbClr val="BE5500"/>
      </a:accent6>
      <a:hlink>
        <a:srgbClr val="333799"/>
      </a:hlink>
      <a:folHlink>
        <a:srgbClr val="0098D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