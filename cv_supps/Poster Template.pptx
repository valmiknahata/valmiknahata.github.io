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42062400" cx="30175200"/>
  <p:notesSz cx="7315200" cy="96012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 roundtripDataSignature="AMtx7mjtQsBuiRxkJLSayjJx+kTON86E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FC08E39-F099-4A22-9951-E80CCA52893F}">
  <a:tblStyle styleId="{2FC08E39-F099-4A22-9951-E80CCA52893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365375" y="720725"/>
            <a:ext cx="258445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75360" y="4560570"/>
            <a:ext cx="5364480" cy="4320540"/>
          </a:xfrm>
          <a:prstGeom prst="rect">
            <a:avLst/>
          </a:prstGeom>
          <a:noFill/>
          <a:ln>
            <a:noFill/>
          </a:ln>
        </p:spPr>
        <p:txBody>
          <a:bodyPr anchorCtr="0" anchor="t" bIns="48325" lIns="96650" spcFirstLastPara="1" rIns="96650" wrap="square" tIns="48325">
            <a:noAutofit/>
          </a:bodyPr>
          <a:lstStyle>
            <a:lvl1pPr indent="-228600" lvl="0" marL="457200" marR="0" rtl="0" algn="l">
              <a:spcBef>
                <a:spcPts val="1881"/>
              </a:spcBef>
              <a:spcAft>
                <a:spcPts val="0"/>
              </a:spcAft>
              <a:buSzPts val="1400"/>
              <a:buNone/>
              <a:defRPr b="0" i="0" sz="5360" u="none" cap="none" strike="noStrike">
                <a:latin typeface="Arial"/>
                <a:ea typeface="Arial"/>
                <a:cs typeface="Arial"/>
                <a:sym typeface="Arial"/>
              </a:defRPr>
            </a:lvl1pPr>
            <a:lvl2pPr indent="-228600" lvl="1" marL="914400" marR="0" rtl="0" algn="l">
              <a:spcBef>
                <a:spcPts val="1881"/>
              </a:spcBef>
              <a:spcAft>
                <a:spcPts val="0"/>
              </a:spcAft>
              <a:buSzPts val="1400"/>
              <a:buNone/>
              <a:defRPr b="0" i="0" sz="5360" u="none" cap="none" strike="noStrike">
                <a:latin typeface="Arial"/>
                <a:ea typeface="Arial"/>
                <a:cs typeface="Arial"/>
                <a:sym typeface="Arial"/>
              </a:defRPr>
            </a:lvl2pPr>
            <a:lvl3pPr indent="-228600" lvl="2" marL="1371600" marR="0" rtl="0" algn="l">
              <a:spcBef>
                <a:spcPts val="1881"/>
              </a:spcBef>
              <a:spcAft>
                <a:spcPts val="0"/>
              </a:spcAft>
              <a:buSzPts val="1400"/>
              <a:buNone/>
              <a:defRPr b="0" i="0" sz="5360" u="none" cap="none" strike="noStrike">
                <a:latin typeface="Arial"/>
                <a:ea typeface="Arial"/>
                <a:cs typeface="Arial"/>
                <a:sym typeface="Arial"/>
              </a:defRPr>
            </a:lvl3pPr>
            <a:lvl4pPr indent="-228600" lvl="3" marL="1828800" marR="0" rtl="0" algn="l">
              <a:spcBef>
                <a:spcPts val="1881"/>
              </a:spcBef>
              <a:spcAft>
                <a:spcPts val="0"/>
              </a:spcAft>
              <a:buSzPts val="1400"/>
              <a:buNone/>
              <a:defRPr b="0" i="0" sz="5360" u="none" cap="none" strike="noStrike">
                <a:latin typeface="Arial"/>
                <a:ea typeface="Arial"/>
                <a:cs typeface="Arial"/>
                <a:sym typeface="Arial"/>
              </a:defRPr>
            </a:lvl4pPr>
            <a:lvl5pPr indent="-228600" lvl="4" marL="2286000" marR="0" rtl="0" algn="l">
              <a:spcBef>
                <a:spcPts val="1881"/>
              </a:spcBef>
              <a:spcAft>
                <a:spcPts val="0"/>
              </a:spcAft>
              <a:buSzPts val="1400"/>
              <a:buNone/>
              <a:defRPr b="0" i="0" sz="5360" u="none" cap="none" strike="noStrike">
                <a:latin typeface="Arial"/>
                <a:ea typeface="Arial"/>
                <a:cs typeface="Arial"/>
                <a:sym typeface="Arial"/>
              </a:defRPr>
            </a:lvl5pPr>
            <a:lvl6pPr indent="-228600" lvl="5" marL="2743200" marR="0" rtl="0" algn="l">
              <a:spcBef>
                <a:spcPts val="1881"/>
              </a:spcBef>
              <a:spcAft>
                <a:spcPts val="0"/>
              </a:spcAft>
              <a:buSzPts val="1400"/>
              <a:buNone/>
              <a:defRPr b="0" i="0" sz="5360" u="none" cap="none" strike="noStrike">
                <a:latin typeface="Arial"/>
                <a:ea typeface="Arial"/>
                <a:cs typeface="Arial"/>
                <a:sym typeface="Arial"/>
              </a:defRPr>
            </a:lvl6pPr>
            <a:lvl7pPr indent="-228600" lvl="6" marL="3200400" marR="0" rtl="0" algn="l">
              <a:spcBef>
                <a:spcPts val="1881"/>
              </a:spcBef>
              <a:spcAft>
                <a:spcPts val="0"/>
              </a:spcAft>
              <a:buSzPts val="1400"/>
              <a:buNone/>
              <a:defRPr b="0" i="0" sz="5360" u="none" cap="none" strike="noStrike">
                <a:latin typeface="Arial"/>
                <a:ea typeface="Arial"/>
                <a:cs typeface="Arial"/>
                <a:sym typeface="Arial"/>
              </a:defRPr>
            </a:lvl7pPr>
            <a:lvl8pPr indent="-228600" lvl="7" marL="3657600" marR="0" rtl="0" algn="l">
              <a:spcBef>
                <a:spcPts val="1881"/>
              </a:spcBef>
              <a:spcAft>
                <a:spcPts val="0"/>
              </a:spcAft>
              <a:buSzPts val="1400"/>
              <a:buNone/>
              <a:defRPr b="0" i="0" sz="5360" u="none" cap="none" strike="noStrike">
                <a:latin typeface="Arial"/>
                <a:ea typeface="Arial"/>
                <a:cs typeface="Arial"/>
                <a:sym typeface="Arial"/>
              </a:defRPr>
            </a:lvl8pPr>
            <a:lvl9pPr indent="-228600" lvl="8" marL="4114800" marR="0" rtl="0" algn="l">
              <a:spcBef>
                <a:spcPts val="1881"/>
              </a:spcBef>
              <a:spcAft>
                <a:spcPts val="0"/>
              </a:spcAft>
              <a:buSzPts val="1400"/>
              <a:buNone/>
              <a:defRPr b="0" i="0" sz="5360" u="none" cap="none" strike="noStrike">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2365375" y="720725"/>
            <a:ext cx="258445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 name="Google Shape;53;p1:notes"/>
          <p:cNvSpPr txBox="1"/>
          <p:nvPr>
            <p:ph idx="1" type="body"/>
          </p:nvPr>
        </p:nvSpPr>
        <p:spPr>
          <a:xfrm>
            <a:off x="975360" y="4560570"/>
            <a:ext cx="5364480" cy="432054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tx">
  <p:cSld name="TITLE_AND_BODY">
    <p:spTree>
      <p:nvGrpSpPr>
        <p:cNvPr id="9" name="Shape 9"/>
        <p:cNvGrpSpPr/>
        <p:nvPr/>
      </p:nvGrpSpPr>
      <p:grpSpPr>
        <a:xfrm>
          <a:off x="0" y="0"/>
          <a:ext cx="0" cy="0"/>
          <a:chOff x="0" y="0"/>
          <a:chExt cx="0" cy="0"/>
        </a:xfrm>
      </p:grpSpPr>
      <p:sp>
        <p:nvSpPr>
          <p:cNvPr id="10" name="Google Shape;10;p3"/>
          <p:cNvSpPr txBox="1"/>
          <p:nvPr>
            <p:ph idx="12" type="sldNum"/>
          </p:nvPr>
        </p:nvSpPr>
        <p:spPr>
          <a:xfrm>
            <a:off x="20751603" y="38985612"/>
            <a:ext cx="873958" cy="893448"/>
          </a:xfrm>
          <a:prstGeom prst="rect">
            <a:avLst/>
          </a:prstGeom>
          <a:noFill/>
          <a:ln>
            <a:noFill/>
          </a:ln>
        </p:spPr>
        <p:txBody>
          <a:bodyPr anchorCtr="0" anchor="t" bIns="91425" lIns="91425" spcFirstLastPara="1" rIns="91425" wrap="square" tIns="91425">
            <a:spAutoFit/>
          </a:bodyPr>
          <a:lstStyle>
            <a:lvl1pPr indent="0" lvl="0"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1pPr>
            <a:lvl2pPr indent="0" lvl="1"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2pPr>
            <a:lvl3pPr indent="0" lvl="2"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3pPr>
            <a:lvl4pPr indent="0" lvl="3"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4pPr>
            <a:lvl5pPr indent="0" lvl="4"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5pPr>
            <a:lvl6pPr indent="0" lvl="5"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6pPr>
            <a:lvl7pPr indent="0" lvl="6"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7pPr>
            <a:lvl8pPr indent="0" lvl="7"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8pPr>
            <a:lvl9pPr indent="0" lvl="8"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pic>
        <p:nvPicPr>
          <p:cNvPr descr="Picture 23" id="12" name="Google Shape;12;p4"/>
          <p:cNvPicPr preferRelativeResize="0"/>
          <p:nvPr/>
        </p:nvPicPr>
        <p:blipFill rotWithShape="1">
          <a:blip r:embed="rId2">
            <a:alphaModFix/>
          </a:blip>
          <a:srcRect b="0" l="0" r="0" t="0"/>
          <a:stretch/>
        </p:blipFill>
        <p:spPr>
          <a:xfrm>
            <a:off x="-2620" y="2"/>
            <a:ext cx="30177821" cy="44876296"/>
          </a:xfrm>
          <a:prstGeom prst="rect">
            <a:avLst/>
          </a:prstGeom>
          <a:noFill/>
          <a:ln>
            <a:noFill/>
          </a:ln>
        </p:spPr>
      </p:pic>
      <p:sp>
        <p:nvSpPr>
          <p:cNvPr id="13" name="Google Shape;13;p4"/>
          <p:cNvSpPr txBox="1"/>
          <p:nvPr>
            <p:ph type="title"/>
          </p:nvPr>
        </p:nvSpPr>
        <p:spPr>
          <a:xfrm>
            <a:off x="2263140" y="13066629"/>
            <a:ext cx="25648922" cy="9016153"/>
          </a:xfrm>
          <a:prstGeom prst="rect">
            <a:avLst/>
          </a:prstGeom>
          <a:noFill/>
          <a:ln>
            <a:noFill/>
          </a:ln>
        </p:spPr>
        <p:txBody>
          <a:bodyPr anchorCtr="0" anchor="t" bIns="88900" lIns="88900" spcFirstLastPara="1" rIns="88900" wrap="square" tIns="8890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14" name="Google Shape;14;p4"/>
          <p:cNvSpPr txBox="1"/>
          <p:nvPr>
            <p:ph idx="1" type="body"/>
          </p:nvPr>
        </p:nvSpPr>
        <p:spPr>
          <a:xfrm>
            <a:off x="4526280" y="23835361"/>
            <a:ext cx="21122640" cy="10749281"/>
          </a:xfrm>
          <a:prstGeom prst="rect">
            <a:avLst/>
          </a:prstGeom>
          <a:noFill/>
          <a:ln>
            <a:noFill/>
          </a:ln>
        </p:spPr>
        <p:txBody>
          <a:bodyPr anchorCtr="0" anchor="t" bIns="88900" lIns="88900" spcFirstLastPara="1" rIns="88900" wrap="square" tIns="88900">
            <a:normAutofit/>
          </a:bodyPr>
          <a:lstStyle>
            <a:lvl1pPr indent="-228600" lvl="0" marL="457200" algn="ctr">
              <a:lnSpc>
                <a:spcPct val="100000"/>
              </a:lnSpc>
              <a:spcBef>
                <a:spcPts val="1856"/>
              </a:spcBef>
              <a:spcAft>
                <a:spcPts val="0"/>
              </a:spcAft>
              <a:buClr>
                <a:srgbClr val="000000"/>
              </a:buClr>
              <a:buSzPts val="1800"/>
              <a:buNone/>
              <a:defRPr/>
            </a:lvl1pPr>
            <a:lvl2pPr indent="-228600" lvl="1" marL="914400" algn="ctr">
              <a:lnSpc>
                <a:spcPct val="100000"/>
              </a:lnSpc>
              <a:spcBef>
                <a:spcPts val="1856"/>
              </a:spcBef>
              <a:spcAft>
                <a:spcPts val="0"/>
              </a:spcAft>
              <a:buClr>
                <a:srgbClr val="000000"/>
              </a:buClr>
              <a:buSzPts val="1800"/>
              <a:buNone/>
              <a:defRPr/>
            </a:lvl2pPr>
            <a:lvl3pPr indent="-228600" lvl="2" marL="1371600" algn="ctr">
              <a:lnSpc>
                <a:spcPct val="100000"/>
              </a:lnSpc>
              <a:spcBef>
                <a:spcPts val="1856"/>
              </a:spcBef>
              <a:spcAft>
                <a:spcPts val="0"/>
              </a:spcAft>
              <a:buClr>
                <a:srgbClr val="000000"/>
              </a:buClr>
              <a:buSzPts val="1800"/>
              <a:buNone/>
              <a:defRPr/>
            </a:lvl3pPr>
            <a:lvl4pPr indent="-228600" lvl="3" marL="1828800" algn="ctr">
              <a:lnSpc>
                <a:spcPct val="100000"/>
              </a:lnSpc>
              <a:spcBef>
                <a:spcPts val="1856"/>
              </a:spcBef>
              <a:spcAft>
                <a:spcPts val="0"/>
              </a:spcAft>
              <a:buClr>
                <a:srgbClr val="000000"/>
              </a:buClr>
              <a:buSzPts val="1800"/>
              <a:buNone/>
              <a:defRPr/>
            </a:lvl4pPr>
            <a:lvl5pPr indent="-228600" lvl="4" marL="2286000" algn="ctr">
              <a:lnSpc>
                <a:spcPct val="100000"/>
              </a:lnSpc>
              <a:spcBef>
                <a:spcPts val="1856"/>
              </a:spcBef>
              <a:spcAft>
                <a:spcPts val="0"/>
              </a:spcAft>
              <a:buClr>
                <a:srgbClr val="000000"/>
              </a:buClr>
              <a:buSzPts val="1800"/>
              <a:buNone/>
              <a:defRPr/>
            </a:lvl5pPr>
            <a:lvl6pPr indent="-342900" lvl="5" marL="2743200" algn="l">
              <a:lnSpc>
                <a:spcPct val="100000"/>
              </a:lnSpc>
              <a:spcBef>
                <a:spcPts val="1856"/>
              </a:spcBef>
              <a:spcAft>
                <a:spcPts val="0"/>
              </a:spcAft>
              <a:buClr>
                <a:srgbClr val="000000"/>
              </a:buClr>
              <a:buSzPts val="1800"/>
              <a:buChar char="»"/>
              <a:defRPr/>
            </a:lvl6pPr>
            <a:lvl7pPr indent="-342900" lvl="6" marL="3200400" algn="l">
              <a:lnSpc>
                <a:spcPct val="100000"/>
              </a:lnSpc>
              <a:spcBef>
                <a:spcPts val="1856"/>
              </a:spcBef>
              <a:spcAft>
                <a:spcPts val="0"/>
              </a:spcAft>
              <a:buClr>
                <a:srgbClr val="000000"/>
              </a:buClr>
              <a:buSzPts val="1800"/>
              <a:buChar char="»"/>
              <a:defRPr/>
            </a:lvl7pPr>
            <a:lvl8pPr indent="-342900" lvl="7" marL="3657600" algn="l">
              <a:lnSpc>
                <a:spcPct val="100000"/>
              </a:lnSpc>
              <a:spcBef>
                <a:spcPts val="1856"/>
              </a:spcBef>
              <a:spcAft>
                <a:spcPts val="0"/>
              </a:spcAft>
              <a:buClr>
                <a:srgbClr val="000000"/>
              </a:buClr>
              <a:buSzPts val="1800"/>
              <a:buChar char="»"/>
              <a:defRPr/>
            </a:lvl8pPr>
            <a:lvl9pPr indent="-342900" lvl="8" marL="4114800" algn="l">
              <a:lnSpc>
                <a:spcPct val="100000"/>
              </a:lnSpc>
              <a:spcBef>
                <a:spcPts val="1856"/>
              </a:spcBef>
              <a:spcAft>
                <a:spcPts val="0"/>
              </a:spcAft>
              <a:buClr>
                <a:srgbClr val="000000"/>
              </a:buClr>
              <a:buSzPts val="1800"/>
              <a:buChar char="»"/>
              <a:defRPr/>
            </a:lvl9pPr>
          </a:lstStyle>
          <a:p/>
        </p:txBody>
      </p:sp>
      <p:sp>
        <p:nvSpPr>
          <p:cNvPr id="15" name="Google Shape;15;p4"/>
          <p:cNvSpPr txBox="1"/>
          <p:nvPr>
            <p:ph idx="12" type="sldNum"/>
          </p:nvPr>
        </p:nvSpPr>
        <p:spPr>
          <a:xfrm>
            <a:off x="28096331" y="38323522"/>
            <a:ext cx="873958" cy="893448"/>
          </a:xfrm>
          <a:prstGeom prst="rect">
            <a:avLst/>
          </a:prstGeom>
          <a:noFill/>
          <a:ln>
            <a:noFill/>
          </a:ln>
        </p:spPr>
        <p:txBody>
          <a:bodyPr anchorCtr="0" anchor="t" bIns="91425" lIns="91425" spcFirstLastPara="1" rIns="91425" wrap="square" tIns="91425">
            <a:spAutoFit/>
          </a:bodyPr>
          <a:lstStyle>
            <a:lvl1pPr indent="0" lvl="0"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1pPr>
            <a:lvl2pPr indent="0" lvl="1"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2pPr>
            <a:lvl3pPr indent="0" lvl="2"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3pPr>
            <a:lvl4pPr indent="0" lvl="3"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4pPr>
            <a:lvl5pPr indent="0" lvl="4"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5pPr>
            <a:lvl6pPr indent="0" lvl="5"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6pPr>
            <a:lvl7pPr indent="0" lvl="6"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7pPr>
            <a:lvl8pPr indent="0" lvl="7"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8pPr>
            <a:lvl9pPr indent="0" lvl="8"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6" name="Shape 16"/>
        <p:cNvGrpSpPr/>
        <p:nvPr/>
      </p:nvGrpSpPr>
      <p:grpSpPr>
        <a:xfrm>
          <a:off x="0" y="0"/>
          <a:ext cx="0" cy="0"/>
          <a:chOff x="0" y="0"/>
          <a:chExt cx="0" cy="0"/>
        </a:xfrm>
      </p:grpSpPr>
      <p:pic>
        <p:nvPicPr>
          <p:cNvPr descr="Picture 23" id="17" name="Google Shape;17;p5"/>
          <p:cNvPicPr preferRelativeResize="0"/>
          <p:nvPr/>
        </p:nvPicPr>
        <p:blipFill rotWithShape="1">
          <a:blip r:embed="rId2">
            <a:alphaModFix/>
          </a:blip>
          <a:srcRect b="0" l="0" r="0" t="0"/>
          <a:stretch/>
        </p:blipFill>
        <p:spPr>
          <a:xfrm>
            <a:off x="-2620" y="2"/>
            <a:ext cx="30177821" cy="44876296"/>
          </a:xfrm>
          <a:prstGeom prst="rect">
            <a:avLst/>
          </a:prstGeom>
          <a:noFill/>
          <a:ln>
            <a:noFill/>
          </a:ln>
        </p:spPr>
      </p:pic>
      <p:sp>
        <p:nvSpPr>
          <p:cNvPr id="18" name="Google Shape;18;p5"/>
          <p:cNvSpPr txBox="1"/>
          <p:nvPr>
            <p:ph type="title"/>
          </p:nvPr>
        </p:nvSpPr>
        <p:spPr>
          <a:xfrm>
            <a:off x="2383636" y="27029008"/>
            <a:ext cx="25648922" cy="8354061"/>
          </a:xfrm>
          <a:prstGeom prst="rect">
            <a:avLst/>
          </a:prstGeom>
          <a:noFill/>
          <a:ln>
            <a:noFill/>
          </a:ln>
        </p:spPr>
        <p:txBody>
          <a:bodyPr anchorCtr="0" anchor="t" bIns="88900" lIns="88900" spcFirstLastPara="1" rIns="88900" wrap="square" tIns="88900">
            <a:normAutofit/>
          </a:bodyPr>
          <a:lstStyle>
            <a:lvl1pPr lvl="0" algn="l">
              <a:lnSpc>
                <a:spcPct val="100000"/>
              </a:lnSpc>
              <a:spcBef>
                <a:spcPts val="0"/>
              </a:spcBef>
              <a:spcAft>
                <a:spcPts val="0"/>
              </a:spcAft>
              <a:buClr>
                <a:srgbClr val="000000"/>
              </a:buClr>
              <a:buSzPts val="13200"/>
              <a:buFont typeface="Arial"/>
              <a:buNone/>
              <a:defRPr sz="13200" cap="none"/>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19" name="Google Shape;19;p5"/>
          <p:cNvSpPr txBox="1"/>
          <p:nvPr>
            <p:ph idx="1" type="body"/>
          </p:nvPr>
        </p:nvSpPr>
        <p:spPr>
          <a:xfrm>
            <a:off x="2383636" y="17827843"/>
            <a:ext cx="25648922" cy="9201149"/>
          </a:xfrm>
          <a:prstGeom prst="rect">
            <a:avLst/>
          </a:prstGeom>
          <a:noFill/>
          <a:ln>
            <a:noFill/>
          </a:ln>
        </p:spPr>
        <p:txBody>
          <a:bodyPr anchorCtr="0" anchor="b" bIns="88900" lIns="88900" spcFirstLastPara="1" rIns="88900" wrap="square" tIns="88900">
            <a:normAutofit/>
          </a:bodyPr>
          <a:lstStyle>
            <a:lvl1pPr indent="-228600" lvl="0" marL="457200" algn="l">
              <a:lnSpc>
                <a:spcPct val="100000"/>
              </a:lnSpc>
              <a:spcBef>
                <a:spcPts val="1581"/>
              </a:spcBef>
              <a:spcAft>
                <a:spcPts val="0"/>
              </a:spcAft>
              <a:buClr>
                <a:srgbClr val="000000"/>
              </a:buClr>
              <a:buSzPts val="6600"/>
              <a:buFont typeface="Arial"/>
              <a:buNone/>
              <a:defRPr sz="6600"/>
            </a:lvl1pPr>
            <a:lvl2pPr indent="-228600" lvl="1" marL="914400" algn="l">
              <a:lnSpc>
                <a:spcPct val="100000"/>
              </a:lnSpc>
              <a:spcBef>
                <a:spcPts val="1581"/>
              </a:spcBef>
              <a:spcAft>
                <a:spcPts val="0"/>
              </a:spcAft>
              <a:buClr>
                <a:srgbClr val="000000"/>
              </a:buClr>
              <a:buSzPts val="6600"/>
              <a:buFont typeface="Arial"/>
              <a:buNone/>
              <a:defRPr sz="6600"/>
            </a:lvl2pPr>
            <a:lvl3pPr indent="-228600" lvl="2" marL="1371600" algn="l">
              <a:lnSpc>
                <a:spcPct val="100000"/>
              </a:lnSpc>
              <a:spcBef>
                <a:spcPts val="1581"/>
              </a:spcBef>
              <a:spcAft>
                <a:spcPts val="0"/>
              </a:spcAft>
              <a:buClr>
                <a:srgbClr val="000000"/>
              </a:buClr>
              <a:buSzPts val="6600"/>
              <a:buFont typeface="Arial"/>
              <a:buNone/>
              <a:defRPr sz="6600"/>
            </a:lvl3pPr>
            <a:lvl4pPr indent="-228600" lvl="3" marL="1828800" algn="l">
              <a:lnSpc>
                <a:spcPct val="100000"/>
              </a:lnSpc>
              <a:spcBef>
                <a:spcPts val="1581"/>
              </a:spcBef>
              <a:spcAft>
                <a:spcPts val="0"/>
              </a:spcAft>
              <a:buClr>
                <a:srgbClr val="000000"/>
              </a:buClr>
              <a:buSzPts val="6600"/>
              <a:buFont typeface="Arial"/>
              <a:buNone/>
              <a:defRPr sz="6600"/>
            </a:lvl4pPr>
            <a:lvl5pPr indent="-228600" lvl="4" marL="2286000" algn="l">
              <a:lnSpc>
                <a:spcPct val="100000"/>
              </a:lnSpc>
              <a:spcBef>
                <a:spcPts val="1581"/>
              </a:spcBef>
              <a:spcAft>
                <a:spcPts val="0"/>
              </a:spcAft>
              <a:buClr>
                <a:srgbClr val="000000"/>
              </a:buClr>
              <a:buSzPts val="6600"/>
              <a:buFont typeface="Arial"/>
              <a:buNone/>
              <a:defRPr sz="6600"/>
            </a:lvl5pPr>
            <a:lvl6pPr indent="-342900" lvl="5" marL="2743200" algn="l">
              <a:lnSpc>
                <a:spcPct val="100000"/>
              </a:lnSpc>
              <a:spcBef>
                <a:spcPts val="1856"/>
              </a:spcBef>
              <a:spcAft>
                <a:spcPts val="0"/>
              </a:spcAft>
              <a:buClr>
                <a:srgbClr val="000000"/>
              </a:buClr>
              <a:buSzPts val="1800"/>
              <a:buChar char="»"/>
              <a:defRPr/>
            </a:lvl6pPr>
            <a:lvl7pPr indent="-342900" lvl="6" marL="3200400" algn="l">
              <a:lnSpc>
                <a:spcPct val="100000"/>
              </a:lnSpc>
              <a:spcBef>
                <a:spcPts val="1856"/>
              </a:spcBef>
              <a:spcAft>
                <a:spcPts val="0"/>
              </a:spcAft>
              <a:buClr>
                <a:srgbClr val="000000"/>
              </a:buClr>
              <a:buSzPts val="1800"/>
              <a:buChar char="»"/>
              <a:defRPr/>
            </a:lvl7pPr>
            <a:lvl8pPr indent="-342900" lvl="7" marL="3657600" algn="l">
              <a:lnSpc>
                <a:spcPct val="100000"/>
              </a:lnSpc>
              <a:spcBef>
                <a:spcPts val="1856"/>
              </a:spcBef>
              <a:spcAft>
                <a:spcPts val="0"/>
              </a:spcAft>
              <a:buClr>
                <a:srgbClr val="000000"/>
              </a:buClr>
              <a:buSzPts val="1800"/>
              <a:buChar char="»"/>
              <a:defRPr/>
            </a:lvl8pPr>
            <a:lvl9pPr indent="-342900" lvl="8" marL="4114800" algn="l">
              <a:lnSpc>
                <a:spcPct val="100000"/>
              </a:lnSpc>
              <a:spcBef>
                <a:spcPts val="1856"/>
              </a:spcBef>
              <a:spcAft>
                <a:spcPts val="0"/>
              </a:spcAft>
              <a:buClr>
                <a:srgbClr val="000000"/>
              </a:buClr>
              <a:buSzPts val="1800"/>
              <a:buChar char="»"/>
              <a:defRPr/>
            </a:lvl9pPr>
          </a:lstStyle>
          <a:p/>
        </p:txBody>
      </p:sp>
      <p:sp>
        <p:nvSpPr>
          <p:cNvPr id="20" name="Google Shape;20;p5"/>
          <p:cNvSpPr txBox="1"/>
          <p:nvPr>
            <p:ph idx="12" type="sldNum"/>
          </p:nvPr>
        </p:nvSpPr>
        <p:spPr>
          <a:xfrm>
            <a:off x="28096331" y="38323522"/>
            <a:ext cx="873958" cy="893448"/>
          </a:xfrm>
          <a:prstGeom prst="rect">
            <a:avLst/>
          </a:prstGeom>
          <a:noFill/>
          <a:ln>
            <a:noFill/>
          </a:ln>
        </p:spPr>
        <p:txBody>
          <a:bodyPr anchorCtr="0" anchor="t" bIns="91425" lIns="91425" spcFirstLastPara="1" rIns="91425" wrap="square" tIns="91425">
            <a:spAutoFit/>
          </a:bodyPr>
          <a:lstStyle>
            <a:lvl1pPr indent="0" lvl="0"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1pPr>
            <a:lvl2pPr indent="0" lvl="1"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2pPr>
            <a:lvl3pPr indent="0" lvl="2"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3pPr>
            <a:lvl4pPr indent="0" lvl="3"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4pPr>
            <a:lvl5pPr indent="0" lvl="4"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5pPr>
            <a:lvl6pPr indent="0" lvl="5"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6pPr>
            <a:lvl7pPr indent="0" lvl="6"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7pPr>
            <a:lvl8pPr indent="0" lvl="7"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8pPr>
            <a:lvl9pPr indent="0" lvl="8"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1" name="Shape 21"/>
        <p:cNvGrpSpPr/>
        <p:nvPr/>
      </p:nvGrpSpPr>
      <p:grpSpPr>
        <a:xfrm>
          <a:off x="0" y="0"/>
          <a:ext cx="0" cy="0"/>
          <a:chOff x="0" y="0"/>
          <a:chExt cx="0" cy="0"/>
        </a:xfrm>
      </p:grpSpPr>
      <p:pic>
        <p:nvPicPr>
          <p:cNvPr descr="Picture 23" id="22" name="Google Shape;22;p6"/>
          <p:cNvPicPr preferRelativeResize="0"/>
          <p:nvPr/>
        </p:nvPicPr>
        <p:blipFill rotWithShape="1">
          <a:blip r:embed="rId2">
            <a:alphaModFix/>
          </a:blip>
          <a:srcRect b="0" l="0" r="0" t="0"/>
          <a:stretch/>
        </p:blipFill>
        <p:spPr>
          <a:xfrm>
            <a:off x="-2620" y="2"/>
            <a:ext cx="30177821" cy="44876296"/>
          </a:xfrm>
          <a:prstGeom prst="rect">
            <a:avLst/>
          </a:prstGeom>
          <a:noFill/>
          <a:ln>
            <a:noFill/>
          </a:ln>
        </p:spPr>
      </p:pic>
      <p:sp>
        <p:nvSpPr>
          <p:cNvPr id="23" name="Google Shape;23;p6"/>
          <p:cNvSpPr txBox="1"/>
          <p:nvPr>
            <p:ph type="title"/>
          </p:nvPr>
        </p:nvSpPr>
        <p:spPr>
          <a:xfrm>
            <a:off x="3824288" y="3534412"/>
            <a:ext cx="25146000" cy="4878071"/>
          </a:xfrm>
          <a:prstGeom prst="rect">
            <a:avLst/>
          </a:prstGeom>
          <a:noFill/>
          <a:ln>
            <a:noFill/>
          </a:ln>
        </p:spPr>
        <p:txBody>
          <a:bodyPr anchorCtr="0" anchor="t" bIns="88900" lIns="88900" spcFirstLastPara="1" rIns="88900" wrap="square" tIns="8890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24" name="Google Shape;24;p6"/>
          <p:cNvSpPr txBox="1"/>
          <p:nvPr>
            <p:ph idx="1" type="body"/>
          </p:nvPr>
        </p:nvSpPr>
        <p:spPr>
          <a:xfrm>
            <a:off x="3771900" y="9347201"/>
            <a:ext cx="12321540" cy="27106881"/>
          </a:xfrm>
          <a:prstGeom prst="rect">
            <a:avLst/>
          </a:prstGeom>
          <a:noFill/>
          <a:ln>
            <a:noFill/>
          </a:ln>
        </p:spPr>
        <p:txBody>
          <a:bodyPr anchorCtr="0" anchor="t" bIns="88900" lIns="88900" spcFirstLastPara="1" rIns="88900" wrap="square" tIns="88900">
            <a:normAutofit/>
          </a:bodyPr>
          <a:lstStyle>
            <a:lvl1pPr indent="-813625" lvl="0" marL="457200" algn="l">
              <a:lnSpc>
                <a:spcPct val="100000"/>
              </a:lnSpc>
              <a:spcBef>
                <a:spcPts val="2200"/>
              </a:spcBef>
              <a:spcAft>
                <a:spcPts val="0"/>
              </a:spcAft>
              <a:buClr>
                <a:srgbClr val="000000"/>
              </a:buClr>
              <a:buSzPts val="9213"/>
              <a:buFont typeface="Arial"/>
              <a:buChar char="•"/>
              <a:defRPr sz="9213"/>
            </a:lvl1pPr>
            <a:lvl2pPr indent="-813625" lvl="1" marL="914400" algn="l">
              <a:lnSpc>
                <a:spcPct val="100000"/>
              </a:lnSpc>
              <a:spcBef>
                <a:spcPts val="2200"/>
              </a:spcBef>
              <a:spcAft>
                <a:spcPts val="0"/>
              </a:spcAft>
              <a:buClr>
                <a:srgbClr val="000000"/>
              </a:buClr>
              <a:buSzPts val="9213"/>
              <a:buFont typeface="Arial"/>
              <a:buChar char="–"/>
              <a:defRPr sz="9213"/>
            </a:lvl2pPr>
            <a:lvl3pPr indent="-813625" lvl="2" marL="1371600" algn="l">
              <a:lnSpc>
                <a:spcPct val="100000"/>
              </a:lnSpc>
              <a:spcBef>
                <a:spcPts val="2200"/>
              </a:spcBef>
              <a:spcAft>
                <a:spcPts val="0"/>
              </a:spcAft>
              <a:buClr>
                <a:srgbClr val="000000"/>
              </a:buClr>
              <a:buSzPts val="9213"/>
              <a:buFont typeface="Arial"/>
              <a:buChar char="•"/>
              <a:defRPr sz="9213"/>
            </a:lvl3pPr>
            <a:lvl4pPr indent="-813625" lvl="3" marL="1828800" algn="l">
              <a:lnSpc>
                <a:spcPct val="100000"/>
              </a:lnSpc>
              <a:spcBef>
                <a:spcPts val="2200"/>
              </a:spcBef>
              <a:spcAft>
                <a:spcPts val="0"/>
              </a:spcAft>
              <a:buClr>
                <a:srgbClr val="000000"/>
              </a:buClr>
              <a:buSzPts val="9213"/>
              <a:buFont typeface="Arial"/>
              <a:buChar char="–"/>
              <a:defRPr sz="9213"/>
            </a:lvl4pPr>
            <a:lvl5pPr indent="-813625" lvl="4" marL="2286000" algn="l">
              <a:lnSpc>
                <a:spcPct val="100000"/>
              </a:lnSpc>
              <a:spcBef>
                <a:spcPts val="2200"/>
              </a:spcBef>
              <a:spcAft>
                <a:spcPts val="0"/>
              </a:spcAft>
              <a:buClr>
                <a:srgbClr val="000000"/>
              </a:buClr>
              <a:buSzPts val="9213"/>
              <a:buFont typeface="Arial"/>
              <a:buChar char="»"/>
              <a:defRPr sz="9213"/>
            </a:lvl5pPr>
            <a:lvl6pPr indent="-342900" lvl="5" marL="2743200" algn="l">
              <a:lnSpc>
                <a:spcPct val="100000"/>
              </a:lnSpc>
              <a:spcBef>
                <a:spcPts val="1856"/>
              </a:spcBef>
              <a:spcAft>
                <a:spcPts val="0"/>
              </a:spcAft>
              <a:buClr>
                <a:srgbClr val="000000"/>
              </a:buClr>
              <a:buSzPts val="1800"/>
              <a:buChar char="»"/>
              <a:defRPr/>
            </a:lvl6pPr>
            <a:lvl7pPr indent="-342900" lvl="6" marL="3200400" algn="l">
              <a:lnSpc>
                <a:spcPct val="100000"/>
              </a:lnSpc>
              <a:spcBef>
                <a:spcPts val="1856"/>
              </a:spcBef>
              <a:spcAft>
                <a:spcPts val="0"/>
              </a:spcAft>
              <a:buClr>
                <a:srgbClr val="000000"/>
              </a:buClr>
              <a:buSzPts val="1800"/>
              <a:buChar char="»"/>
              <a:defRPr/>
            </a:lvl7pPr>
            <a:lvl8pPr indent="-342900" lvl="7" marL="3657600" algn="l">
              <a:lnSpc>
                <a:spcPct val="100000"/>
              </a:lnSpc>
              <a:spcBef>
                <a:spcPts val="1856"/>
              </a:spcBef>
              <a:spcAft>
                <a:spcPts val="0"/>
              </a:spcAft>
              <a:buClr>
                <a:srgbClr val="000000"/>
              </a:buClr>
              <a:buSzPts val="1800"/>
              <a:buChar char="»"/>
              <a:defRPr/>
            </a:lvl8pPr>
            <a:lvl9pPr indent="-342900" lvl="8" marL="4114800" algn="l">
              <a:lnSpc>
                <a:spcPct val="100000"/>
              </a:lnSpc>
              <a:spcBef>
                <a:spcPts val="1856"/>
              </a:spcBef>
              <a:spcAft>
                <a:spcPts val="0"/>
              </a:spcAft>
              <a:buClr>
                <a:srgbClr val="000000"/>
              </a:buClr>
              <a:buSzPts val="1800"/>
              <a:buChar char="»"/>
              <a:defRPr/>
            </a:lvl9pPr>
          </a:lstStyle>
          <a:p/>
        </p:txBody>
      </p:sp>
      <p:sp>
        <p:nvSpPr>
          <p:cNvPr id="25" name="Google Shape;25;p6"/>
          <p:cNvSpPr txBox="1"/>
          <p:nvPr>
            <p:ph idx="12" type="sldNum"/>
          </p:nvPr>
        </p:nvSpPr>
        <p:spPr>
          <a:xfrm>
            <a:off x="28096331" y="38323522"/>
            <a:ext cx="873958" cy="893448"/>
          </a:xfrm>
          <a:prstGeom prst="rect">
            <a:avLst/>
          </a:prstGeom>
          <a:noFill/>
          <a:ln>
            <a:noFill/>
          </a:ln>
        </p:spPr>
        <p:txBody>
          <a:bodyPr anchorCtr="0" anchor="t" bIns="91425" lIns="91425" spcFirstLastPara="1" rIns="91425" wrap="square" tIns="91425">
            <a:spAutoFit/>
          </a:bodyPr>
          <a:lstStyle>
            <a:lvl1pPr indent="0" lvl="0"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1pPr>
            <a:lvl2pPr indent="0" lvl="1"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2pPr>
            <a:lvl3pPr indent="0" lvl="2"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3pPr>
            <a:lvl4pPr indent="0" lvl="3"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4pPr>
            <a:lvl5pPr indent="0" lvl="4"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5pPr>
            <a:lvl6pPr indent="0" lvl="5"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6pPr>
            <a:lvl7pPr indent="0" lvl="6"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7pPr>
            <a:lvl8pPr indent="0" lvl="7"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8pPr>
            <a:lvl9pPr indent="0" lvl="8"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26" name="Shape 26"/>
        <p:cNvGrpSpPr/>
        <p:nvPr/>
      </p:nvGrpSpPr>
      <p:grpSpPr>
        <a:xfrm>
          <a:off x="0" y="0"/>
          <a:ext cx="0" cy="0"/>
          <a:chOff x="0" y="0"/>
          <a:chExt cx="0" cy="0"/>
        </a:xfrm>
      </p:grpSpPr>
      <p:pic>
        <p:nvPicPr>
          <p:cNvPr descr="Picture 23" id="27" name="Google Shape;27;p7"/>
          <p:cNvPicPr preferRelativeResize="0"/>
          <p:nvPr/>
        </p:nvPicPr>
        <p:blipFill rotWithShape="1">
          <a:blip r:embed="rId2">
            <a:alphaModFix/>
          </a:blip>
          <a:srcRect b="0" l="0" r="0" t="0"/>
          <a:stretch/>
        </p:blipFill>
        <p:spPr>
          <a:xfrm>
            <a:off x="-2620" y="2"/>
            <a:ext cx="30177821" cy="44876296"/>
          </a:xfrm>
          <a:prstGeom prst="rect">
            <a:avLst/>
          </a:prstGeom>
          <a:noFill/>
          <a:ln>
            <a:noFill/>
          </a:ln>
        </p:spPr>
      </p:pic>
      <p:sp>
        <p:nvSpPr>
          <p:cNvPr id="28" name="Google Shape;28;p7"/>
          <p:cNvSpPr txBox="1"/>
          <p:nvPr>
            <p:ph type="title"/>
          </p:nvPr>
        </p:nvSpPr>
        <p:spPr>
          <a:xfrm>
            <a:off x="1508761" y="1684446"/>
            <a:ext cx="27157679" cy="7010401"/>
          </a:xfrm>
          <a:prstGeom prst="rect">
            <a:avLst/>
          </a:prstGeom>
          <a:noFill/>
          <a:ln>
            <a:noFill/>
          </a:ln>
        </p:spPr>
        <p:txBody>
          <a:bodyPr anchorCtr="0" anchor="t" bIns="88900" lIns="88900" spcFirstLastPara="1" rIns="88900" wrap="square" tIns="8890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29" name="Google Shape;29;p7"/>
          <p:cNvSpPr txBox="1"/>
          <p:nvPr>
            <p:ph idx="1" type="body"/>
          </p:nvPr>
        </p:nvSpPr>
        <p:spPr>
          <a:xfrm>
            <a:off x="1508762" y="9415359"/>
            <a:ext cx="13332625" cy="3923876"/>
          </a:xfrm>
          <a:prstGeom prst="rect">
            <a:avLst/>
          </a:prstGeom>
          <a:noFill/>
          <a:ln>
            <a:noFill/>
          </a:ln>
        </p:spPr>
        <p:txBody>
          <a:bodyPr anchorCtr="0" anchor="b" bIns="88900" lIns="88900" spcFirstLastPara="1" rIns="88900" wrap="square" tIns="88900">
            <a:normAutofit/>
          </a:bodyPr>
          <a:lstStyle>
            <a:lvl1pPr indent="-228600" lvl="0" marL="457200" algn="l">
              <a:lnSpc>
                <a:spcPct val="100000"/>
              </a:lnSpc>
              <a:spcBef>
                <a:spcPts val="1856"/>
              </a:spcBef>
              <a:spcAft>
                <a:spcPts val="0"/>
              </a:spcAft>
              <a:buClr>
                <a:srgbClr val="000000"/>
              </a:buClr>
              <a:buSzPts val="7907"/>
              <a:buFont typeface="Arial"/>
              <a:buNone/>
              <a:defRPr b="1"/>
            </a:lvl1pPr>
            <a:lvl2pPr indent="-228600" lvl="1" marL="914400" algn="l">
              <a:lnSpc>
                <a:spcPct val="100000"/>
              </a:lnSpc>
              <a:spcBef>
                <a:spcPts val="1856"/>
              </a:spcBef>
              <a:spcAft>
                <a:spcPts val="0"/>
              </a:spcAft>
              <a:buClr>
                <a:srgbClr val="000000"/>
              </a:buClr>
              <a:buSzPts val="7907"/>
              <a:buFont typeface="Arial"/>
              <a:buNone/>
              <a:defRPr b="1"/>
            </a:lvl2pPr>
            <a:lvl3pPr indent="-228600" lvl="2" marL="1371600" algn="l">
              <a:lnSpc>
                <a:spcPct val="100000"/>
              </a:lnSpc>
              <a:spcBef>
                <a:spcPts val="1856"/>
              </a:spcBef>
              <a:spcAft>
                <a:spcPts val="0"/>
              </a:spcAft>
              <a:buClr>
                <a:srgbClr val="000000"/>
              </a:buClr>
              <a:buSzPts val="7907"/>
              <a:buFont typeface="Arial"/>
              <a:buNone/>
              <a:defRPr b="1"/>
            </a:lvl3pPr>
            <a:lvl4pPr indent="-228600" lvl="3" marL="1828800" algn="l">
              <a:lnSpc>
                <a:spcPct val="100000"/>
              </a:lnSpc>
              <a:spcBef>
                <a:spcPts val="1856"/>
              </a:spcBef>
              <a:spcAft>
                <a:spcPts val="0"/>
              </a:spcAft>
              <a:buClr>
                <a:srgbClr val="000000"/>
              </a:buClr>
              <a:buSzPts val="7907"/>
              <a:buFont typeface="Arial"/>
              <a:buNone/>
              <a:defRPr b="1"/>
            </a:lvl4pPr>
            <a:lvl5pPr indent="-228600" lvl="4" marL="2286000" algn="l">
              <a:lnSpc>
                <a:spcPct val="100000"/>
              </a:lnSpc>
              <a:spcBef>
                <a:spcPts val="1856"/>
              </a:spcBef>
              <a:spcAft>
                <a:spcPts val="0"/>
              </a:spcAft>
              <a:buClr>
                <a:srgbClr val="000000"/>
              </a:buClr>
              <a:buSzPts val="7907"/>
              <a:buFont typeface="Arial"/>
              <a:buNone/>
              <a:defRPr b="1"/>
            </a:lvl5pPr>
            <a:lvl6pPr indent="-342900" lvl="5" marL="2743200" algn="l">
              <a:lnSpc>
                <a:spcPct val="100000"/>
              </a:lnSpc>
              <a:spcBef>
                <a:spcPts val="1856"/>
              </a:spcBef>
              <a:spcAft>
                <a:spcPts val="0"/>
              </a:spcAft>
              <a:buClr>
                <a:srgbClr val="000000"/>
              </a:buClr>
              <a:buSzPts val="1800"/>
              <a:buChar char="»"/>
              <a:defRPr/>
            </a:lvl6pPr>
            <a:lvl7pPr indent="-342900" lvl="6" marL="3200400" algn="l">
              <a:lnSpc>
                <a:spcPct val="100000"/>
              </a:lnSpc>
              <a:spcBef>
                <a:spcPts val="1856"/>
              </a:spcBef>
              <a:spcAft>
                <a:spcPts val="0"/>
              </a:spcAft>
              <a:buClr>
                <a:srgbClr val="000000"/>
              </a:buClr>
              <a:buSzPts val="1800"/>
              <a:buChar char="»"/>
              <a:defRPr/>
            </a:lvl7pPr>
            <a:lvl8pPr indent="-342900" lvl="7" marL="3657600" algn="l">
              <a:lnSpc>
                <a:spcPct val="100000"/>
              </a:lnSpc>
              <a:spcBef>
                <a:spcPts val="1856"/>
              </a:spcBef>
              <a:spcAft>
                <a:spcPts val="0"/>
              </a:spcAft>
              <a:buClr>
                <a:srgbClr val="000000"/>
              </a:buClr>
              <a:buSzPts val="1800"/>
              <a:buChar char="»"/>
              <a:defRPr/>
            </a:lvl8pPr>
            <a:lvl9pPr indent="-342900" lvl="8" marL="4114800" algn="l">
              <a:lnSpc>
                <a:spcPct val="100000"/>
              </a:lnSpc>
              <a:spcBef>
                <a:spcPts val="1856"/>
              </a:spcBef>
              <a:spcAft>
                <a:spcPts val="0"/>
              </a:spcAft>
              <a:buClr>
                <a:srgbClr val="000000"/>
              </a:buClr>
              <a:buSzPts val="1800"/>
              <a:buChar char="»"/>
              <a:defRPr/>
            </a:lvl9pPr>
          </a:lstStyle>
          <a:p/>
        </p:txBody>
      </p:sp>
      <p:sp>
        <p:nvSpPr>
          <p:cNvPr id="30" name="Google Shape;30;p7"/>
          <p:cNvSpPr txBox="1"/>
          <p:nvPr>
            <p:ph idx="2" type="body"/>
          </p:nvPr>
        </p:nvSpPr>
        <p:spPr>
          <a:xfrm>
            <a:off x="15328589" y="9415359"/>
            <a:ext cx="13337858" cy="3923876"/>
          </a:xfrm>
          <a:prstGeom prst="rect">
            <a:avLst/>
          </a:prstGeom>
          <a:noFill/>
          <a:ln>
            <a:noFill/>
          </a:ln>
        </p:spPr>
        <p:txBody>
          <a:bodyPr anchorCtr="0" anchor="b" bIns="88900" lIns="88900" spcFirstLastPara="1" rIns="88900" wrap="square" tIns="88900">
            <a:normAutofit/>
          </a:bodyPr>
          <a:lstStyle>
            <a:lvl1pPr indent="-228600" lvl="0" marL="457200" algn="l">
              <a:lnSpc>
                <a:spcPct val="100000"/>
              </a:lnSpc>
              <a:spcBef>
                <a:spcPts val="1856"/>
              </a:spcBef>
              <a:spcAft>
                <a:spcPts val="0"/>
              </a:spcAft>
              <a:buClr>
                <a:srgbClr val="000000"/>
              </a:buClr>
              <a:buSzPts val="7907"/>
              <a:buFont typeface="Arial"/>
              <a:buNone/>
              <a:defRPr b="1"/>
            </a:lvl1pPr>
            <a:lvl2pPr indent="-342900" lvl="1" marL="914400" algn="l">
              <a:lnSpc>
                <a:spcPct val="100000"/>
              </a:lnSpc>
              <a:spcBef>
                <a:spcPts val="1856"/>
              </a:spcBef>
              <a:spcAft>
                <a:spcPts val="0"/>
              </a:spcAft>
              <a:buClr>
                <a:srgbClr val="000000"/>
              </a:buClr>
              <a:buSzPts val="1800"/>
              <a:buChar char="–"/>
              <a:defRPr/>
            </a:lvl2pPr>
            <a:lvl3pPr indent="-342900" lvl="2" marL="1371600" algn="l">
              <a:lnSpc>
                <a:spcPct val="100000"/>
              </a:lnSpc>
              <a:spcBef>
                <a:spcPts val="1856"/>
              </a:spcBef>
              <a:spcAft>
                <a:spcPts val="0"/>
              </a:spcAft>
              <a:buClr>
                <a:srgbClr val="000000"/>
              </a:buClr>
              <a:buSzPts val="1800"/>
              <a:buChar char="•"/>
              <a:defRPr/>
            </a:lvl3pPr>
            <a:lvl4pPr indent="-342900" lvl="3" marL="1828800" algn="l">
              <a:lnSpc>
                <a:spcPct val="100000"/>
              </a:lnSpc>
              <a:spcBef>
                <a:spcPts val="1856"/>
              </a:spcBef>
              <a:spcAft>
                <a:spcPts val="0"/>
              </a:spcAft>
              <a:buClr>
                <a:srgbClr val="000000"/>
              </a:buClr>
              <a:buSzPts val="1800"/>
              <a:buChar char="–"/>
              <a:defRPr/>
            </a:lvl4pPr>
            <a:lvl5pPr indent="-342900" lvl="4" marL="2286000" algn="l">
              <a:lnSpc>
                <a:spcPct val="100000"/>
              </a:lnSpc>
              <a:spcBef>
                <a:spcPts val="1856"/>
              </a:spcBef>
              <a:spcAft>
                <a:spcPts val="0"/>
              </a:spcAft>
              <a:buClr>
                <a:srgbClr val="000000"/>
              </a:buClr>
              <a:buSzPts val="1800"/>
              <a:buChar char="»"/>
              <a:defRPr/>
            </a:lvl5pPr>
            <a:lvl6pPr indent="-342900" lvl="5" marL="2743200" algn="l">
              <a:lnSpc>
                <a:spcPct val="100000"/>
              </a:lnSpc>
              <a:spcBef>
                <a:spcPts val="1856"/>
              </a:spcBef>
              <a:spcAft>
                <a:spcPts val="0"/>
              </a:spcAft>
              <a:buClr>
                <a:srgbClr val="000000"/>
              </a:buClr>
              <a:buSzPts val="1800"/>
              <a:buChar char="»"/>
              <a:defRPr/>
            </a:lvl6pPr>
            <a:lvl7pPr indent="-342900" lvl="6" marL="3200400" algn="l">
              <a:lnSpc>
                <a:spcPct val="100000"/>
              </a:lnSpc>
              <a:spcBef>
                <a:spcPts val="1856"/>
              </a:spcBef>
              <a:spcAft>
                <a:spcPts val="0"/>
              </a:spcAft>
              <a:buClr>
                <a:srgbClr val="000000"/>
              </a:buClr>
              <a:buSzPts val="1800"/>
              <a:buChar char="»"/>
              <a:defRPr/>
            </a:lvl7pPr>
            <a:lvl8pPr indent="-342900" lvl="7" marL="3657600" algn="l">
              <a:lnSpc>
                <a:spcPct val="100000"/>
              </a:lnSpc>
              <a:spcBef>
                <a:spcPts val="1856"/>
              </a:spcBef>
              <a:spcAft>
                <a:spcPts val="0"/>
              </a:spcAft>
              <a:buClr>
                <a:srgbClr val="000000"/>
              </a:buClr>
              <a:buSzPts val="1800"/>
              <a:buChar char="»"/>
              <a:defRPr/>
            </a:lvl8pPr>
            <a:lvl9pPr indent="-342900" lvl="8" marL="4114800" algn="l">
              <a:lnSpc>
                <a:spcPct val="100000"/>
              </a:lnSpc>
              <a:spcBef>
                <a:spcPts val="1856"/>
              </a:spcBef>
              <a:spcAft>
                <a:spcPts val="0"/>
              </a:spcAft>
              <a:buClr>
                <a:srgbClr val="000000"/>
              </a:buClr>
              <a:buSzPts val="1800"/>
              <a:buChar char="»"/>
              <a:defRPr/>
            </a:lvl9pPr>
          </a:lstStyle>
          <a:p/>
        </p:txBody>
      </p:sp>
      <p:sp>
        <p:nvSpPr>
          <p:cNvPr id="31" name="Google Shape;31;p7"/>
          <p:cNvSpPr txBox="1"/>
          <p:nvPr>
            <p:ph idx="12" type="sldNum"/>
          </p:nvPr>
        </p:nvSpPr>
        <p:spPr>
          <a:xfrm>
            <a:off x="28096331" y="38323522"/>
            <a:ext cx="873958" cy="893448"/>
          </a:xfrm>
          <a:prstGeom prst="rect">
            <a:avLst/>
          </a:prstGeom>
          <a:noFill/>
          <a:ln>
            <a:noFill/>
          </a:ln>
        </p:spPr>
        <p:txBody>
          <a:bodyPr anchorCtr="0" anchor="t" bIns="91425" lIns="91425" spcFirstLastPara="1" rIns="91425" wrap="square" tIns="91425">
            <a:spAutoFit/>
          </a:bodyPr>
          <a:lstStyle>
            <a:lvl1pPr indent="0" lvl="0"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1pPr>
            <a:lvl2pPr indent="0" lvl="1"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2pPr>
            <a:lvl3pPr indent="0" lvl="2"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3pPr>
            <a:lvl4pPr indent="0" lvl="3"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4pPr>
            <a:lvl5pPr indent="0" lvl="4"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5pPr>
            <a:lvl6pPr indent="0" lvl="5"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6pPr>
            <a:lvl7pPr indent="0" lvl="6"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7pPr>
            <a:lvl8pPr indent="0" lvl="7"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8pPr>
            <a:lvl9pPr indent="0" lvl="8"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2" name="Shape 32"/>
        <p:cNvGrpSpPr/>
        <p:nvPr/>
      </p:nvGrpSpPr>
      <p:grpSpPr>
        <a:xfrm>
          <a:off x="0" y="0"/>
          <a:ext cx="0" cy="0"/>
          <a:chOff x="0" y="0"/>
          <a:chExt cx="0" cy="0"/>
        </a:xfrm>
      </p:grpSpPr>
      <p:pic>
        <p:nvPicPr>
          <p:cNvPr descr="Picture 23" id="33" name="Google Shape;33;p8"/>
          <p:cNvPicPr preferRelativeResize="0"/>
          <p:nvPr/>
        </p:nvPicPr>
        <p:blipFill rotWithShape="1">
          <a:blip r:embed="rId2">
            <a:alphaModFix/>
          </a:blip>
          <a:srcRect b="0" l="0" r="0" t="0"/>
          <a:stretch/>
        </p:blipFill>
        <p:spPr>
          <a:xfrm>
            <a:off x="-2620" y="2"/>
            <a:ext cx="30177821" cy="44876296"/>
          </a:xfrm>
          <a:prstGeom prst="rect">
            <a:avLst/>
          </a:prstGeom>
          <a:noFill/>
          <a:ln>
            <a:noFill/>
          </a:ln>
        </p:spPr>
      </p:pic>
      <p:sp>
        <p:nvSpPr>
          <p:cNvPr id="34" name="Google Shape;34;p8"/>
          <p:cNvSpPr txBox="1"/>
          <p:nvPr>
            <p:ph type="title"/>
          </p:nvPr>
        </p:nvSpPr>
        <p:spPr>
          <a:xfrm>
            <a:off x="3824288" y="3534412"/>
            <a:ext cx="25146000" cy="4878071"/>
          </a:xfrm>
          <a:prstGeom prst="rect">
            <a:avLst/>
          </a:prstGeom>
          <a:noFill/>
          <a:ln>
            <a:noFill/>
          </a:ln>
        </p:spPr>
        <p:txBody>
          <a:bodyPr anchorCtr="0" anchor="t" bIns="88900" lIns="88900" spcFirstLastPara="1" rIns="88900" wrap="square" tIns="8890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35" name="Google Shape;35;p8"/>
          <p:cNvSpPr txBox="1"/>
          <p:nvPr>
            <p:ph idx="12" type="sldNum"/>
          </p:nvPr>
        </p:nvSpPr>
        <p:spPr>
          <a:xfrm>
            <a:off x="28096331" y="38323522"/>
            <a:ext cx="873958" cy="893448"/>
          </a:xfrm>
          <a:prstGeom prst="rect">
            <a:avLst/>
          </a:prstGeom>
          <a:noFill/>
          <a:ln>
            <a:noFill/>
          </a:ln>
        </p:spPr>
        <p:txBody>
          <a:bodyPr anchorCtr="0" anchor="t" bIns="91425" lIns="91425" spcFirstLastPara="1" rIns="91425" wrap="square" tIns="91425">
            <a:spAutoFit/>
          </a:bodyPr>
          <a:lstStyle>
            <a:lvl1pPr indent="0" lvl="0"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1pPr>
            <a:lvl2pPr indent="0" lvl="1"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2pPr>
            <a:lvl3pPr indent="0" lvl="2"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3pPr>
            <a:lvl4pPr indent="0" lvl="3"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4pPr>
            <a:lvl5pPr indent="0" lvl="4"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5pPr>
            <a:lvl6pPr indent="0" lvl="5"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6pPr>
            <a:lvl7pPr indent="0" lvl="6"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7pPr>
            <a:lvl8pPr indent="0" lvl="7"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8pPr>
            <a:lvl9pPr indent="0" lvl="8"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 name="Shape 36"/>
        <p:cNvGrpSpPr/>
        <p:nvPr/>
      </p:nvGrpSpPr>
      <p:grpSpPr>
        <a:xfrm>
          <a:off x="0" y="0"/>
          <a:ext cx="0" cy="0"/>
          <a:chOff x="0" y="0"/>
          <a:chExt cx="0" cy="0"/>
        </a:xfrm>
      </p:grpSpPr>
      <p:pic>
        <p:nvPicPr>
          <p:cNvPr descr="Picture 23" id="37" name="Google Shape;37;p9"/>
          <p:cNvPicPr preferRelativeResize="0"/>
          <p:nvPr/>
        </p:nvPicPr>
        <p:blipFill rotWithShape="1">
          <a:blip r:embed="rId2">
            <a:alphaModFix/>
          </a:blip>
          <a:srcRect b="0" l="0" r="0" t="0"/>
          <a:stretch/>
        </p:blipFill>
        <p:spPr>
          <a:xfrm>
            <a:off x="-2620" y="2"/>
            <a:ext cx="30177821" cy="44876296"/>
          </a:xfrm>
          <a:prstGeom prst="rect">
            <a:avLst/>
          </a:prstGeom>
          <a:noFill/>
          <a:ln>
            <a:noFill/>
          </a:ln>
        </p:spPr>
      </p:pic>
      <p:sp>
        <p:nvSpPr>
          <p:cNvPr id="38" name="Google Shape;38;p9"/>
          <p:cNvSpPr txBox="1"/>
          <p:nvPr>
            <p:ph idx="12" type="sldNum"/>
          </p:nvPr>
        </p:nvSpPr>
        <p:spPr>
          <a:xfrm>
            <a:off x="28096331" y="38323522"/>
            <a:ext cx="873958" cy="893448"/>
          </a:xfrm>
          <a:prstGeom prst="rect">
            <a:avLst/>
          </a:prstGeom>
          <a:noFill/>
          <a:ln>
            <a:noFill/>
          </a:ln>
        </p:spPr>
        <p:txBody>
          <a:bodyPr anchorCtr="0" anchor="t" bIns="91425" lIns="91425" spcFirstLastPara="1" rIns="91425" wrap="square" tIns="91425">
            <a:spAutoFit/>
          </a:bodyPr>
          <a:lstStyle>
            <a:lvl1pPr indent="0" lvl="0"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1pPr>
            <a:lvl2pPr indent="0" lvl="1"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2pPr>
            <a:lvl3pPr indent="0" lvl="2"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3pPr>
            <a:lvl4pPr indent="0" lvl="3"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4pPr>
            <a:lvl5pPr indent="0" lvl="4"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5pPr>
            <a:lvl6pPr indent="0" lvl="5"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6pPr>
            <a:lvl7pPr indent="0" lvl="6"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7pPr>
            <a:lvl8pPr indent="0" lvl="7"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8pPr>
            <a:lvl9pPr indent="0" lvl="8"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39" name="Shape 39"/>
        <p:cNvGrpSpPr/>
        <p:nvPr/>
      </p:nvGrpSpPr>
      <p:grpSpPr>
        <a:xfrm>
          <a:off x="0" y="0"/>
          <a:ext cx="0" cy="0"/>
          <a:chOff x="0" y="0"/>
          <a:chExt cx="0" cy="0"/>
        </a:xfrm>
      </p:grpSpPr>
      <p:pic>
        <p:nvPicPr>
          <p:cNvPr descr="Picture 23" id="40" name="Google Shape;40;p10"/>
          <p:cNvPicPr preferRelativeResize="0"/>
          <p:nvPr/>
        </p:nvPicPr>
        <p:blipFill rotWithShape="1">
          <a:blip r:embed="rId2">
            <a:alphaModFix/>
          </a:blip>
          <a:srcRect b="0" l="0" r="0" t="0"/>
          <a:stretch/>
        </p:blipFill>
        <p:spPr>
          <a:xfrm>
            <a:off x="-2620" y="2"/>
            <a:ext cx="30177821" cy="44876296"/>
          </a:xfrm>
          <a:prstGeom prst="rect">
            <a:avLst/>
          </a:prstGeom>
          <a:noFill/>
          <a:ln>
            <a:noFill/>
          </a:ln>
        </p:spPr>
      </p:pic>
      <p:sp>
        <p:nvSpPr>
          <p:cNvPr id="41" name="Google Shape;41;p10"/>
          <p:cNvSpPr txBox="1"/>
          <p:nvPr>
            <p:ph type="title"/>
          </p:nvPr>
        </p:nvSpPr>
        <p:spPr>
          <a:xfrm>
            <a:off x="1508760" y="1674706"/>
            <a:ext cx="9927437" cy="7127243"/>
          </a:xfrm>
          <a:prstGeom prst="rect">
            <a:avLst/>
          </a:prstGeom>
          <a:noFill/>
          <a:ln>
            <a:noFill/>
          </a:ln>
        </p:spPr>
        <p:txBody>
          <a:bodyPr anchorCtr="0" anchor="b" bIns="88900" lIns="88900" spcFirstLastPara="1" rIns="88900" wrap="square" tIns="88900">
            <a:normAutofit/>
          </a:bodyPr>
          <a:lstStyle>
            <a:lvl1pPr lvl="0" algn="l">
              <a:lnSpc>
                <a:spcPct val="100000"/>
              </a:lnSpc>
              <a:spcBef>
                <a:spcPts val="0"/>
              </a:spcBef>
              <a:spcAft>
                <a:spcPts val="0"/>
              </a:spcAft>
              <a:buClr>
                <a:srgbClr val="000000"/>
              </a:buClr>
              <a:buSzPts val="6600"/>
              <a:buFont typeface="Arial"/>
              <a:buNone/>
              <a:defRPr sz="6600"/>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42" name="Google Shape;42;p10"/>
          <p:cNvSpPr txBox="1"/>
          <p:nvPr>
            <p:ph idx="1" type="body"/>
          </p:nvPr>
        </p:nvSpPr>
        <p:spPr>
          <a:xfrm>
            <a:off x="11797665" y="1674729"/>
            <a:ext cx="16868776" cy="35899094"/>
          </a:xfrm>
          <a:prstGeom prst="rect">
            <a:avLst/>
          </a:prstGeom>
          <a:noFill/>
          <a:ln>
            <a:noFill/>
          </a:ln>
        </p:spPr>
        <p:txBody>
          <a:bodyPr anchorCtr="0" anchor="t" bIns="88900" lIns="88900" spcFirstLastPara="1" rIns="88900" wrap="square" tIns="88900">
            <a:normAutofit/>
          </a:bodyPr>
          <a:lstStyle>
            <a:lvl1pPr indent="-896556" lvl="0" marL="457200" algn="l">
              <a:lnSpc>
                <a:spcPct val="100000"/>
              </a:lnSpc>
              <a:spcBef>
                <a:spcPts val="2475"/>
              </a:spcBef>
              <a:spcAft>
                <a:spcPts val="0"/>
              </a:spcAft>
              <a:buClr>
                <a:srgbClr val="000000"/>
              </a:buClr>
              <a:buSzPts val="10519"/>
              <a:buFont typeface="Arial"/>
              <a:buChar char="•"/>
              <a:defRPr sz="10519"/>
            </a:lvl1pPr>
            <a:lvl2pPr indent="-896556" lvl="1" marL="914400" algn="l">
              <a:lnSpc>
                <a:spcPct val="100000"/>
              </a:lnSpc>
              <a:spcBef>
                <a:spcPts val="2475"/>
              </a:spcBef>
              <a:spcAft>
                <a:spcPts val="0"/>
              </a:spcAft>
              <a:buClr>
                <a:srgbClr val="000000"/>
              </a:buClr>
              <a:buSzPts val="10519"/>
              <a:buFont typeface="Arial"/>
              <a:buChar char="–"/>
              <a:defRPr sz="10519"/>
            </a:lvl2pPr>
            <a:lvl3pPr indent="-896556" lvl="2" marL="1371600" algn="l">
              <a:lnSpc>
                <a:spcPct val="100000"/>
              </a:lnSpc>
              <a:spcBef>
                <a:spcPts val="2475"/>
              </a:spcBef>
              <a:spcAft>
                <a:spcPts val="0"/>
              </a:spcAft>
              <a:buClr>
                <a:srgbClr val="000000"/>
              </a:buClr>
              <a:buSzPts val="10519"/>
              <a:buFont typeface="Arial"/>
              <a:buChar char="•"/>
              <a:defRPr sz="10519"/>
            </a:lvl3pPr>
            <a:lvl4pPr indent="-896556" lvl="3" marL="1828800" algn="l">
              <a:lnSpc>
                <a:spcPct val="100000"/>
              </a:lnSpc>
              <a:spcBef>
                <a:spcPts val="2475"/>
              </a:spcBef>
              <a:spcAft>
                <a:spcPts val="0"/>
              </a:spcAft>
              <a:buClr>
                <a:srgbClr val="000000"/>
              </a:buClr>
              <a:buSzPts val="10519"/>
              <a:buFont typeface="Arial"/>
              <a:buChar char="–"/>
              <a:defRPr sz="10519"/>
            </a:lvl4pPr>
            <a:lvl5pPr indent="-896556" lvl="4" marL="2286000" algn="l">
              <a:lnSpc>
                <a:spcPct val="100000"/>
              </a:lnSpc>
              <a:spcBef>
                <a:spcPts val="2475"/>
              </a:spcBef>
              <a:spcAft>
                <a:spcPts val="0"/>
              </a:spcAft>
              <a:buClr>
                <a:srgbClr val="000000"/>
              </a:buClr>
              <a:buSzPts val="10519"/>
              <a:buFont typeface="Arial"/>
              <a:buChar char="»"/>
              <a:defRPr sz="10519"/>
            </a:lvl5pPr>
            <a:lvl6pPr indent="-342900" lvl="5" marL="2743200" algn="l">
              <a:lnSpc>
                <a:spcPct val="100000"/>
              </a:lnSpc>
              <a:spcBef>
                <a:spcPts val="1856"/>
              </a:spcBef>
              <a:spcAft>
                <a:spcPts val="0"/>
              </a:spcAft>
              <a:buClr>
                <a:srgbClr val="000000"/>
              </a:buClr>
              <a:buSzPts val="1800"/>
              <a:buChar char="»"/>
              <a:defRPr/>
            </a:lvl6pPr>
            <a:lvl7pPr indent="-342900" lvl="6" marL="3200400" algn="l">
              <a:lnSpc>
                <a:spcPct val="100000"/>
              </a:lnSpc>
              <a:spcBef>
                <a:spcPts val="1856"/>
              </a:spcBef>
              <a:spcAft>
                <a:spcPts val="0"/>
              </a:spcAft>
              <a:buClr>
                <a:srgbClr val="000000"/>
              </a:buClr>
              <a:buSzPts val="1800"/>
              <a:buChar char="»"/>
              <a:defRPr/>
            </a:lvl7pPr>
            <a:lvl8pPr indent="-342900" lvl="7" marL="3657600" algn="l">
              <a:lnSpc>
                <a:spcPct val="100000"/>
              </a:lnSpc>
              <a:spcBef>
                <a:spcPts val="1856"/>
              </a:spcBef>
              <a:spcAft>
                <a:spcPts val="0"/>
              </a:spcAft>
              <a:buClr>
                <a:srgbClr val="000000"/>
              </a:buClr>
              <a:buSzPts val="1800"/>
              <a:buChar char="»"/>
              <a:defRPr/>
            </a:lvl8pPr>
            <a:lvl9pPr indent="-342900" lvl="8" marL="4114800" algn="l">
              <a:lnSpc>
                <a:spcPct val="100000"/>
              </a:lnSpc>
              <a:spcBef>
                <a:spcPts val="1856"/>
              </a:spcBef>
              <a:spcAft>
                <a:spcPts val="0"/>
              </a:spcAft>
              <a:buClr>
                <a:srgbClr val="000000"/>
              </a:buClr>
              <a:buSzPts val="1800"/>
              <a:buChar char="»"/>
              <a:defRPr/>
            </a:lvl9pPr>
          </a:lstStyle>
          <a:p/>
        </p:txBody>
      </p:sp>
      <p:sp>
        <p:nvSpPr>
          <p:cNvPr id="43" name="Google Shape;43;p10"/>
          <p:cNvSpPr txBox="1"/>
          <p:nvPr>
            <p:ph idx="2" type="body"/>
          </p:nvPr>
        </p:nvSpPr>
        <p:spPr>
          <a:xfrm>
            <a:off x="1508760" y="8801968"/>
            <a:ext cx="9927437" cy="28771855"/>
          </a:xfrm>
          <a:prstGeom prst="rect">
            <a:avLst/>
          </a:prstGeom>
          <a:noFill/>
          <a:ln>
            <a:noFill/>
          </a:ln>
        </p:spPr>
        <p:txBody>
          <a:bodyPr anchorCtr="0" anchor="t" bIns="88900" lIns="88900" spcFirstLastPara="1" rIns="88900" wrap="square" tIns="88900">
            <a:normAutofit/>
          </a:bodyPr>
          <a:lstStyle>
            <a:lvl1pPr indent="-228600" lvl="0" marL="457200" algn="l">
              <a:lnSpc>
                <a:spcPct val="100000"/>
              </a:lnSpc>
              <a:spcBef>
                <a:spcPts val="1467"/>
              </a:spcBef>
              <a:spcAft>
                <a:spcPts val="0"/>
              </a:spcAft>
              <a:buClr>
                <a:srgbClr val="000000"/>
              </a:buClr>
              <a:buSzPts val="6700"/>
              <a:buFont typeface="Arial"/>
              <a:buNone/>
              <a:defRPr sz="6700"/>
            </a:lvl1pPr>
            <a:lvl2pPr indent="-342900" lvl="1" marL="914400" algn="l">
              <a:lnSpc>
                <a:spcPct val="100000"/>
              </a:lnSpc>
              <a:spcBef>
                <a:spcPts val="1856"/>
              </a:spcBef>
              <a:spcAft>
                <a:spcPts val="0"/>
              </a:spcAft>
              <a:buClr>
                <a:srgbClr val="000000"/>
              </a:buClr>
              <a:buSzPts val="1800"/>
              <a:buChar char="–"/>
              <a:defRPr/>
            </a:lvl2pPr>
            <a:lvl3pPr indent="-342900" lvl="2" marL="1371600" algn="l">
              <a:lnSpc>
                <a:spcPct val="100000"/>
              </a:lnSpc>
              <a:spcBef>
                <a:spcPts val="1856"/>
              </a:spcBef>
              <a:spcAft>
                <a:spcPts val="0"/>
              </a:spcAft>
              <a:buClr>
                <a:srgbClr val="000000"/>
              </a:buClr>
              <a:buSzPts val="1800"/>
              <a:buChar char="•"/>
              <a:defRPr/>
            </a:lvl3pPr>
            <a:lvl4pPr indent="-342900" lvl="3" marL="1828800" algn="l">
              <a:lnSpc>
                <a:spcPct val="100000"/>
              </a:lnSpc>
              <a:spcBef>
                <a:spcPts val="1856"/>
              </a:spcBef>
              <a:spcAft>
                <a:spcPts val="0"/>
              </a:spcAft>
              <a:buClr>
                <a:srgbClr val="000000"/>
              </a:buClr>
              <a:buSzPts val="1800"/>
              <a:buChar char="–"/>
              <a:defRPr/>
            </a:lvl4pPr>
            <a:lvl5pPr indent="-342900" lvl="4" marL="2286000" algn="l">
              <a:lnSpc>
                <a:spcPct val="100000"/>
              </a:lnSpc>
              <a:spcBef>
                <a:spcPts val="1856"/>
              </a:spcBef>
              <a:spcAft>
                <a:spcPts val="0"/>
              </a:spcAft>
              <a:buClr>
                <a:srgbClr val="000000"/>
              </a:buClr>
              <a:buSzPts val="1800"/>
              <a:buChar char="»"/>
              <a:defRPr/>
            </a:lvl5pPr>
            <a:lvl6pPr indent="-342900" lvl="5" marL="2743200" algn="l">
              <a:lnSpc>
                <a:spcPct val="100000"/>
              </a:lnSpc>
              <a:spcBef>
                <a:spcPts val="1856"/>
              </a:spcBef>
              <a:spcAft>
                <a:spcPts val="0"/>
              </a:spcAft>
              <a:buClr>
                <a:srgbClr val="000000"/>
              </a:buClr>
              <a:buSzPts val="1800"/>
              <a:buChar char="»"/>
              <a:defRPr/>
            </a:lvl6pPr>
            <a:lvl7pPr indent="-342900" lvl="6" marL="3200400" algn="l">
              <a:lnSpc>
                <a:spcPct val="100000"/>
              </a:lnSpc>
              <a:spcBef>
                <a:spcPts val="1856"/>
              </a:spcBef>
              <a:spcAft>
                <a:spcPts val="0"/>
              </a:spcAft>
              <a:buClr>
                <a:srgbClr val="000000"/>
              </a:buClr>
              <a:buSzPts val="1800"/>
              <a:buChar char="»"/>
              <a:defRPr/>
            </a:lvl7pPr>
            <a:lvl8pPr indent="-342900" lvl="7" marL="3657600" algn="l">
              <a:lnSpc>
                <a:spcPct val="100000"/>
              </a:lnSpc>
              <a:spcBef>
                <a:spcPts val="1856"/>
              </a:spcBef>
              <a:spcAft>
                <a:spcPts val="0"/>
              </a:spcAft>
              <a:buClr>
                <a:srgbClr val="000000"/>
              </a:buClr>
              <a:buSzPts val="1800"/>
              <a:buChar char="»"/>
              <a:defRPr/>
            </a:lvl8pPr>
            <a:lvl9pPr indent="-342900" lvl="8" marL="4114800" algn="l">
              <a:lnSpc>
                <a:spcPct val="100000"/>
              </a:lnSpc>
              <a:spcBef>
                <a:spcPts val="1856"/>
              </a:spcBef>
              <a:spcAft>
                <a:spcPts val="0"/>
              </a:spcAft>
              <a:buClr>
                <a:srgbClr val="000000"/>
              </a:buClr>
              <a:buSzPts val="1800"/>
              <a:buChar char="»"/>
              <a:defRPr/>
            </a:lvl9pPr>
          </a:lstStyle>
          <a:p/>
        </p:txBody>
      </p:sp>
      <p:sp>
        <p:nvSpPr>
          <p:cNvPr id="44" name="Google Shape;44;p10"/>
          <p:cNvSpPr txBox="1"/>
          <p:nvPr>
            <p:ph idx="12" type="sldNum"/>
          </p:nvPr>
        </p:nvSpPr>
        <p:spPr>
          <a:xfrm>
            <a:off x="28096331" y="38323522"/>
            <a:ext cx="873958" cy="893448"/>
          </a:xfrm>
          <a:prstGeom prst="rect">
            <a:avLst/>
          </a:prstGeom>
          <a:noFill/>
          <a:ln>
            <a:noFill/>
          </a:ln>
        </p:spPr>
        <p:txBody>
          <a:bodyPr anchorCtr="0" anchor="t" bIns="91425" lIns="91425" spcFirstLastPara="1" rIns="91425" wrap="square" tIns="91425">
            <a:spAutoFit/>
          </a:bodyPr>
          <a:lstStyle>
            <a:lvl1pPr indent="0" lvl="0"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1pPr>
            <a:lvl2pPr indent="0" lvl="1"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2pPr>
            <a:lvl3pPr indent="0" lvl="2"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3pPr>
            <a:lvl4pPr indent="0" lvl="3"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4pPr>
            <a:lvl5pPr indent="0" lvl="4"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5pPr>
            <a:lvl6pPr indent="0" lvl="5"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6pPr>
            <a:lvl7pPr indent="0" lvl="6"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7pPr>
            <a:lvl8pPr indent="0" lvl="7"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8pPr>
            <a:lvl9pPr indent="0" lvl="8"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45" name="Shape 45"/>
        <p:cNvGrpSpPr/>
        <p:nvPr/>
      </p:nvGrpSpPr>
      <p:grpSpPr>
        <a:xfrm>
          <a:off x="0" y="0"/>
          <a:ext cx="0" cy="0"/>
          <a:chOff x="0" y="0"/>
          <a:chExt cx="0" cy="0"/>
        </a:xfrm>
      </p:grpSpPr>
      <p:pic>
        <p:nvPicPr>
          <p:cNvPr descr="Picture 23" id="46" name="Google Shape;46;p11"/>
          <p:cNvPicPr preferRelativeResize="0"/>
          <p:nvPr/>
        </p:nvPicPr>
        <p:blipFill rotWithShape="1">
          <a:blip r:embed="rId2">
            <a:alphaModFix/>
          </a:blip>
          <a:srcRect b="0" l="0" r="0" t="0"/>
          <a:stretch/>
        </p:blipFill>
        <p:spPr>
          <a:xfrm>
            <a:off x="-2620" y="2"/>
            <a:ext cx="30177821" cy="44876296"/>
          </a:xfrm>
          <a:prstGeom prst="rect">
            <a:avLst/>
          </a:prstGeom>
          <a:noFill/>
          <a:ln>
            <a:noFill/>
          </a:ln>
        </p:spPr>
      </p:pic>
      <p:sp>
        <p:nvSpPr>
          <p:cNvPr id="47" name="Google Shape;47;p11"/>
          <p:cNvSpPr txBox="1"/>
          <p:nvPr>
            <p:ph type="title"/>
          </p:nvPr>
        </p:nvSpPr>
        <p:spPr>
          <a:xfrm>
            <a:off x="5914553" y="29443681"/>
            <a:ext cx="18105122" cy="3475994"/>
          </a:xfrm>
          <a:prstGeom prst="rect">
            <a:avLst/>
          </a:prstGeom>
          <a:noFill/>
          <a:ln>
            <a:noFill/>
          </a:ln>
        </p:spPr>
        <p:txBody>
          <a:bodyPr anchorCtr="0" anchor="b" bIns="88900" lIns="88900" spcFirstLastPara="1" rIns="88900" wrap="square" tIns="88900">
            <a:normAutofit/>
          </a:bodyPr>
          <a:lstStyle>
            <a:lvl1pPr lvl="0" algn="l">
              <a:lnSpc>
                <a:spcPct val="100000"/>
              </a:lnSpc>
              <a:spcBef>
                <a:spcPts val="0"/>
              </a:spcBef>
              <a:spcAft>
                <a:spcPts val="0"/>
              </a:spcAft>
              <a:buClr>
                <a:srgbClr val="000000"/>
              </a:buClr>
              <a:buSzPts val="6600"/>
              <a:buFont typeface="Arial"/>
              <a:buNone/>
              <a:defRPr sz="6600"/>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48" name="Google Shape;48;p11"/>
          <p:cNvSpPr/>
          <p:nvPr>
            <p:ph idx="2" type="pic"/>
          </p:nvPr>
        </p:nvSpPr>
        <p:spPr>
          <a:xfrm>
            <a:off x="5914553" y="3758353"/>
            <a:ext cx="18105122" cy="25237440"/>
          </a:xfrm>
          <a:prstGeom prst="rect">
            <a:avLst/>
          </a:prstGeom>
          <a:noFill/>
          <a:ln>
            <a:noFill/>
          </a:ln>
        </p:spPr>
      </p:sp>
      <p:sp>
        <p:nvSpPr>
          <p:cNvPr id="49" name="Google Shape;49;p11"/>
          <p:cNvSpPr txBox="1"/>
          <p:nvPr>
            <p:ph idx="1" type="body"/>
          </p:nvPr>
        </p:nvSpPr>
        <p:spPr>
          <a:xfrm>
            <a:off x="5914553" y="32919672"/>
            <a:ext cx="18105122" cy="4936489"/>
          </a:xfrm>
          <a:prstGeom prst="rect">
            <a:avLst/>
          </a:prstGeom>
          <a:noFill/>
          <a:ln>
            <a:noFill/>
          </a:ln>
        </p:spPr>
        <p:txBody>
          <a:bodyPr anchorCtr="0" anchor="t" bIns="88900" lIns="88900" spcFirstLastPara="1" rIns="88900" wrap="square" tIns="88900">
            <a:normAutofit/>
          </a:bodyPr>
          <a:lstStyle>
            <a:lvl1pPr indent="-228600" lvl="0" marL="457200" algn="l">
              <a:lnSpc>
                <a:spcPct val="100000"/>
              </a:lnSpc>
              <a:spcBef>
                <a:spcPts val="1100"/>
              </a:spcBef>
              <a:spcAft>
                <a:spcPts val="0"/>
              </a:spcAft>
              <a:buClr>
                <a:srgbClr val="000000"/>
              </a:buClr>
              <a:buSzPts val="4606"/>
              <a:buFont typeface="Arial"/>
              <a:buNone/>
              <a:defRPr sz="4606"/>
            </a:lvl1pPr>
            <a:lvl2pPr indent="-228600" lvl="1" marL="914400" algn="l">
              <a:lnSpc>
                <a:spcPct val="100000"/>
              </a:lnSpc>
              <a:spcBef>
                <a:spcPts val="1100"/>
              </a:spcBef>
              <a:spcAft>
                <a:spcPts val="0"/>
              </a:spcAft>
              <a:buClr>
                <a:srgbClr val="000000"/>
              </a:buClr>
              <a:buSzPts val="4606"/>
              <a:buFont typeface="Arial"/>
              <a:buNone/>
              <a:defRPr sz="4606"/>
            </a:lvl2pPr>
            <a:lvl3pPr indent="-228600" lvl="2" marL="1371600" algn="l">
              <a:lnSpc>
                <a:spcPct val="100000"/>
              </a:lnSpc>
              <a:spcBef>
                <a:spcPts val="1100"/>
              </a:spcBef>
              <a:spcAft>
                <a:spcPts val="0"/>
              </a:spcAft>
              <a:buClr>
                <a:srgbClr val="000000"/>
              </a:buClr>
              <a:buSzPts val="4606"/>
              <a:buFont typeface="Arial"/>
              <a:buNone/>
              <a:defRPr sz="4606"/>
            </a:lvl3pPr>
            <a:lvl4pPr indent="-228600" lvl="3" marL="1828800" algn="l">
              <a:lnSpc>
                <a:spcPct val="100000"/>
              </a:lnSpc>
              <a:spcBef>
                <a:spcPts val="1100"/>
              </a:spcBef>
              <a:spcAft>
                <a:spcPts val="0"/>
              </a:spcAft>
              <a:buClr>
                <a:srgbClr val="000000"/>
              </a:buClr>
              <a:buSzPts val="4606"/>
              <a:buFont typeface="Arial"/>
              <a:buNone/>
              <a:defRPr sz="4606"/>
            </a:lvl4pPr>
            <a:lvl5pPr indent="-228600" lvl="4" marL="2286000" algn="l">
              <a:lnSpc>
                <a:spcPct val="100000"/>
              </a:lnSpc>
              <a:spcBef>
                <a:spcPts val="1100"/>
              </a:spcBef>
              <a:spcAft>
                <a:spcPts val="0"/>
              </a:spcAft>
              <a:buClr>
                <a:srgbClr val="000000"/>
              </a:buClr>
              <a:buSzPts val="4606"/>
              <a:buFont typeface="Arial"/>
              <a:buNone/>
              <a:defRPr sz="4606"/>
            </a:lvl5pPr>
            <a:lvl6pPr indent="-342900" lvl="5" marL="2743200" algn="l">
              <a:lnSpc>
                <a:spcPct val="100000"/>
              </a:lnSpc>
              <a:spcBef>
                <a:spcPts val="1856"/>
              </a:spcBef>
              <a:spcAft>
                <a:spcPts val="0"/>
              </a:spcAft>
              <a:buClr>
                <a:srgbClr val="000000"/>
              </a:buClr>
              <a:buSzPts val="1800"/>
              <a:buChar char="»"/>
              <a:defRPr/>
            </a:lvl6pPr>
            <a:lvl7pPr indent="-342900" lvl="6" marL="3200400" algn="l">
              <a:lnSpc>
                <a:spcPct val="100000"/>
              </a:lnSpc>
              <a:spcBef>
                <a:spcPts val="1856"/>
              </a:spcBef>
              <a:spcAft>
                <a:spcPts val="0"/>
              </a:spcAft>
              <a:buClr>
                <a:srgbClr val="000000"/>
              </a:buClr>
              <a:buSzPts val="1800"/>
              <a:buChar char="»"/>
              <a:defRPr/>
            </a:lvl7pPr>
            <a:lvl8pPr indent="-342900" lvl="7" marL="3657600" algn="l">
              <a:lnSpc>
                <a:spcPct val="100000"/>
              </a:lnSpc>
              <a:spcBef>
                <a:spcPts val="1856"/>
              </a:spcBef>
              <a:spcAft>
                <a:spcPts val="0"/>
              </a:spcAft>
              <a:buClr>
                <a:srgbClr val="000000"/>
              </a:buClr>
              <a:buSzPts val="1800"/>
              <a:buChar char="»"/>
              <a:defRPr/>
            </a:lvl8pPr>
            <a:lvl9pPr indent="-342900" lvl="8" marL="4114800" algn="l">
              <a:lnSpc>
                <a:spcPct val="100000"/>
              </a:lnSpc>
              <a:spcBef>
                <a:spcPts val="1856"/>
              </a:spcBef>
              <a:spcAft>
                <a:spcPts val="0"/>
              </a:spcAft>
              <a:buClr>
                <a:srgbClr val="000000"/>
              </a:buClr>
              <a:buSzPts val="1800"/>
              <a:buChar char="»"/>
              <a:defRPr/>
            </a:lvl9pPr>
          </a:lstStyle>
          <a:p/>
        </p:txBody>
      </p:sp>
      <p:sp>
        <p:nvSpPr>
          <p:cNvPr id="50" name="Google Shape;50;p11"/>
          <p:cNvSpPr txBox="1"/>
          <p:nvPr>
            <p:ph idx="12" type="sldNum"/>
          </p:nvPr>
        </p:nvSpPr>
        <p:spPr>
          <a:xfrm>
            <a:off x="28096331" y="38323522"/>
            <a:ext cx="873958" cy="893448"/>
          </a:xfrm>
          <a:prstGeom prst="rect">
            <a:avLst/>
          </a:prstGeom>
          <a:noFill/>
          <a:ln>
            <a:noFill/>
          </a:ln>
        </p:spPr>
        <p:txBody>
          <a:bodyPr anchorCtr="0" anchor="t" bIns="91425" lIns="91425" spcFirstLastPara="1" rIns="91425" wrap="square" tIns="91425">
            <a:spAutoFit/>
          </a:bodyPr>
          <a:lstStyle>
            <a:lvl1pPr indent="0" lvl="0"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1pPr>
            <a:lvl2pPr indent="0" lvl="1"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2pPr>
            <a:lvl3pPr indent="0" lvl="2"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3pPr>
            <a:lvl4pPr indent="0" lvl="3"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4pPr>
            <a:lvl5pPr indent="0" lvl="4"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5pPr>
            <a:lvl6pPr indent="0" lvl="5"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6pPr>
            <a:lvl7pPr indent="0" lvl="6"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7pPr>
            <a:lvl8pPr indent="0" lvl="7"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8pPr>
            <a:lvl9pPr indent="0" lvl="8" marL="0" algn="r">
              <a:lnSpc>
                <a:spcPct val="100000"/>
              </a:lnSpc>
              <a:spcBef>
                <a:spcPts val="0"/>
              </a:spcBef>
              <a:spcAft>
                <a:spcPts val="0"/>
              </a:spcAft>
              <a:buClr>
                <a:srgbClr val="000000"/>
              </a:buClr>
              <a:buSzPts val="4606"/>
              <a:buFont typeface="Times New Roman"/>
              <a:buNone/>
              <a:defRPr sz="4606">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1508761" y="1684445"/>
            <a:ext cx="27157679" cy="8130118"/>
          </a:xfrm>
          <a:prstGeom prst="rect">
            <a:avLst/>
          </a:prstGeom>
          <a:noFill/>
          <a:ln>
            <a:noFill/>
          </a:ln>
        </p:spPr>
        <p:txBody>
          <a:bodyPr anchorCtr="0" anchor="t" bIns="88900" lIns="88900" spcFirstLastPara="1" rIns="88900" wrap="square" tIns="88900">
            <a:noAutofit/>
          </a:bodyPr>
          <a:lstStyle>
            <a:lvl1pPr lvl="0" marR="0" rtl="0" algn="l">
              <a:lnSpc>
                <a:spcPct val="100000"/>
              </a:lnSpc>
              <a:spcBef>
                <a:spcPts val="0"/>
              </a:spcBef>
              <a:spcAft>
                <a:spcPts val="0"/>
              </a:spcAft>
              <a:buClr>
                <a:srgbClr val="000000"/>
              </a:buClr>
              <a:buSzPts val="7907"/>
              <a:buFont typeface="Arial"/>
              <a:buNone/>
              <a:defRPr b="1" i="0" sz="7907"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7907"/>
              <a:buFont typeface="Arial"/>
              <a:buNone/>
              <a:defRPr b="1" i="0" sz="7907"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7907"/>
              <a:buFont typeface="Arial"/>
              <a:buNone/>
              <a:defRPr b="1" i="0" sz="7907"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7907"/>
              <a:buFont typeface="Arial"/>
              <a:buNone/>
              <a:defRPr b="1" i="0" sz="7907"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7907"/>
              <a:buFont typeface="Arial"/>
              <a:buNone/>
              <a:defRPr b="1" i="0" sz="7907"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7907"/>
              <a:buFont typeface="Arial"/>
              <a:buNone/>
              <a:defRPr b="1" i="0" sz="7907"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7907"/>
              <a:buFont typeface="Arial"/>
              <a:buNone/>
              <a:defRPr b="1" i="0" sz="7907"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7907"/>
              <a:buFont typeface="Arial"/>
              <a:buNone/>
              <a:defRPr b="1" i="0" sz="7907"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7907"/>
              <a:buFont typeface="Arial"/>
              <a:buNone/>
              <a:defRPr b="1" i="0" sz="7907" u="none" cap="none" strike="noStrike">
                <a:solidFill>
                  <a:srgbClr val="000000"/>
                </a:solidFill>
                <a:latin typeface="Arial"/>
                <a:ea typeface="Arial"/>
                <a:cs typeface="Arial"/>
                <a:sym typeface="Arial"/>
              </a:defRPr>
            </a:lvl9pPr>
          </a:lstStyle>
          <a:p/>
        </p:txBody>
      </p:sp>
      <p:sp>
        <p:nvSpPr>
          <p:cNvPr id="7" name="Google Shape;7;p2"/>
          <p:cNvSpPr txBox="1"/>
          <p:nvPr>
            <p:ph idx="1" type="body"/>
          </p:nvPr>
        </p:nvSpPr>
        <p:spPr>
          <a:xfrm>
            <a:off x="1508761" y="9814559"/>
            <a:ext cx="27157679" cy="32247843"/>
          </a:xfrm>
          <a:prstGeom prst="rect">
            <a:avLst/>
          </a:prstGeom>
          <a:noFill/>
          <a:ln>
            <a:noFill/>
          </a:ln>
        </p:spPr>
        <p:txBody>
          <a:bodyPr anchorCtr="0" anchor="t" bIns="88900" lIns="88900" spcFirstLastPara="1" rIns="88900" wrap="square" tIns="88900">
            <a:noAutofit/>
          </a:bodyPr>
          <a:lstStyle>
            <a:lvl1pPr indent="-730694" lvl="0" marL="457200" marR="0" rtl="0" algn="l">
              <a:lnSpc>
                <a:spcPct val="100000"/>
              </a:lnSpc>
              <a:spcBef>
                <a:spcPts val="1856"/>
              </a:spcBef>
              <a:spcAft>
                <a:spcPts val="0"/>
              </a:spcAft>
              <a:buClr>
                <a:srgbClr val="000000"/>
              </a:buClr>
              <a:buSzPts val="7907"/>
              <a:buFont typeface="Arial"/>
              <a:buChar char="•"/>
              <a:defRPr b="0" i="0" sz="7907" u="none" cap="none" strike="noStrike">
                <a:solidFill>
                  <a:srgbClr val="000000"/>
                </a:solidFill>
                <a:latin typeface="Arial"/>
                <a:ea typeface="Arial"/>
                <a:cs typeface="Arial"/>
                <a:sym typeface="Arial"/>
              </a:defRPr>
            </a:lvl1pPr>
            <a:lvl2pPr indent="-730694" lvl="1" marL="914400" marR="0" rtl="0" algn="l">
              <a:lnSpc>
                <a:spcPct val="100000"/>
              </a:lnSpc>
              <a:spcBef>
                <a:spcPts val="1856"/>
              </a:spcBef>
              <a:spcAft>
                <a:spcPts val="0"/>
              </a:spcAft>
              <a:buClr>
                <a:srgbClr val="000000"/>
              </a:buClr>
              <a:buSzPts val="7907"/>
              <a:buFont typeface="Arial"/>
              <a:buChar char="–"/>
              <a:defRPr b="0" i="0" sz="7907" u="none" cap="none" strike="noStrike">
                <a:solidFill>
                  <a:srgbClr val="000000"/>
                </a:solidFill>
                <a:latin typeface="Arial"/>
                <a:ea typeface="Arial"/>
                <a:cs typeface="Arial"/>
                <a:sym typeface="Arial"/>
              </a:defRPr>
            </a:lvl2pPr>
            <a:lvl3pPr indent="-730694" lvl="2" marL="1371600" marR="0" rtl="0" algn="l">
              <a:lnSpc>
                <a:spcPct val="100000"/>
              </a:lnSpc>
              <a:spcBef>
                <a:spcPts val="1856"/>
              </a:spcBef>
              <a:spcAft>
                <a:spcPts val="0"/>
              </a:spcAft>
              <a:buClr>
                <a:srgbClr val="000000"/>
              </a:buClr>
              <a:buSzPts val="7907"/>
              <a:buFont typeface="Arial"/>
              <a:buChar char="•"/>
              <a:defRPr b="0" i="0" sz="7907" u="none" cap="none" strike="noStrike">
                <a:solidFill>
                  <a:srgbClr val="000000"/>
                </a:solidFill>
                <a:latin typeface="Arial"/>
                <a:ea typeface="Arial"/>
                <a:cs typeface="Arial"/>
                <a:sym typeface="Arial"/>
              </a:defRPr>
            </a:lvl3pPr>
            <a:lvl4pPr indent="-730694" lvl="3" marL="1828800" marR="0" rtl="0" algn="l">
              <a:lnSpc>
                <a:spcPct val="100000"/>
              </a:lnSpc>
              <a:spcBef>
                <a:spcPts val="1856"/>
              </a:spcBef>
              <a:spcAft>
                <a:spcPts val="0"/>
              </a:spcAft>
              <a:buClr>
                <a:srgbClr val="000000"/>
              </a:buClr>
              <a:buSzPts val="7907"/>
              <a:buFont typeface="Arial"/>
              <a:buChar char="–"/>
              <a:defRPr b="0" i="0" sz="7907" u="none" cap="none" strike="noStrike">
                <a:solidFill>
                  <a:srgbClr val="000000"/>
                </a:solidFill>
                <a:latin typeface="Arial"/>
                <a:ea typeface="Arial"/>
                <a:cs typeface="Arial"/>
                <a:sym typeface="Arial"/>
              </a:defRPr>
            </a:lvl4pPr>
            <a:lvl5pPr indent="-730694" lvl="4" marL="2286000" marR="0" rtl="0" algn="l">
              <a:lnSpc>
                <a:spcPct val="100000"/>
              </a:lnSpc>
              <a:spcBef>
                <a:spcPts val="1856"/>
              </a:spcBef>
              <a:spcAft>
                <a:spcPts val="0"/>
              </a:spcAft>
              <a:buClr>
                <a:srgbClr val="000000"/>
              </a:buClr>
              <a:buSzPts val="7907"/>
              <a:buFont typeface="Arial"/>
              <a:buChar char="»"/>
              <a:defRPr b="0" i="0" sz="7907" u="none" cap="none" strike="noStrike">
                <a:solidFill>
                  <a:srgbClr val="000000"/>
                </a:solidFill>
                <a:latin typeface="Arial"/>
                <a:ea typeface="Arial"/>
                <a:cs typeface="Arial"/>
                <a:sym typeface="Arial"/>
              </a:defRPr>
            </a:lvl5pPr>
            <a:lvl6pPr indent="-730694" lvl="5" marL="2743200" marR="0" rtl="0" algn="l">
              <a:lnSpc>
                <a:spcPct val="100000"/>
              </a:lnSpc>
              <a:spcBef>
                <a:spcPts val="1856"/>
              </a:spcBef>
              <a:spcAft>
                <a:spcPts val="0"/>
              </a:spcAft>
              <a:buClr>
                <a:srgbClr val="000000"/>
              </a:buClr>
              <a:buSzPts val="7907"/>
              <a:buFont typeface="Arial"/>
              <a:buChar char="»"/>
              <a:defRPr b="0" i="0" sz="7907" u="none" cap="none" strike="noStrike">
                <a:solidFill>
                  <a:srgbClr val="000000"/>
                </a:solidFill>
                <a:latin typeface="Arial"/>
                <a:ea typeface="Arial"/>
                <a:cs typeface="Arial"/>
                <a:sym typeface="Arial"/>
              </a:defRPr>
            </a:lvl6pPr>
            <a:lvl7pPr indent="-730694" lvl="6" marL="3200400" marR="0" rtl="0" algn="l">
              <a:lnSpc>
                <a:spcPct val="100000"/>
              </a:lnSpc>
              <a:spcBef>
                <a:spcPts val="1856"/>
              </a:spcBef>
              <a:spcAft>
                <a:spcPts val="0"/>
              </a:spcAft>
              <a:buClr>
                <a:srgbClr val="000000"/>
              </a:buClr>
              <a:buSzPts val="7907"/>
              <a:buFont typeface="Arial"/>
              <a:buChar char="»"/>
              <a:defRPr b="0" i="0" sz="7907" u="none" cap="none" strike="noStrike">
                <a:solidFill>
                  <a:srgbClr val="000000"/>
                </a:solidFill>
                <a:latin typeface="Arial"/>
                <a:ea typeface="Arial"/>
                <a:cs typeface="Arial"/>
                <a:sym typeface="Arial"/>
              </a:defRPr>
            </a:lvl7pPr>
            <a:lvl8pPr indent="-730694" lvl="7" marL="3657600" marR="0" rtl="0" algn="l">
              <a:lnSpc>
                <a:spcPct val="100000"/>
              </a:lnSpc>
              <a:spcBef>
                <a:spcPts val="1856"/>
              </a:spcBef>
              <a:spcAft>
                <a:spcPts val="0"/>
              </a:spcAft>
              <a:buClr>
                <a:srgbClr val="000000"/>
              </a:buClr>
              <a:buSzPts val="7907"/>
              <a:buFont typeface="Arial"/>
              <a:buChar char="»"/>
              <a:defRPr b="0" i="0" sz="7907" u="none" cap="none" strike="noStrike">
                <a:solidFill>
                  <a:srgbClr val="000000"/>
                </a:solidFill>
                <a:latin typeface="Arial"/>
                <a:ea typeface="Arial"/>
                <a:cs typeface="Arial"/>
                <a:sym typeface="Arial"/>
              </a:defRPr>
            </a:lvl8pPr>
            <a:lvl9pPr indent="-730694" lvl="8" marL="4114800" marR="0" rtl="0" algn="l">
              <a:lnSpc>
                <a:spcPct val="100000"/>
              </a:lnSpc>
              <a:spcBef>
                <a:spcPts val="1856"/>
              </a:spcBef>
              <a:spcAft>
                <a:spcPts val="0"/>
              </a:spcAft>
              <a:buClr>
                <a:srgbClr val="000000"/>
              </a:buClr>
              <a:buSzPts val="7907"/>
              <a:buFont typeface="Arial"/>
              <a:buChar char="»"/>
              <a:defRPr b="0" i="0" sz="7907" u="none" cap="none" strike="noStrike">
                <a:solidFill>
                  <a:srgbClr val="000000"/>
                </a:solidFill>
                <a:latin typeface="Arial"/>
                <a:ea typeface="Arial"/>
                <a:cs typeface="Arial"/>
                <a:sym typeface="Arial"/>
              </a:defRPr>
            </a:lvl9pPr>
          </a:lstStyle>
          <a:p/>
        </p:txBody>
      </p:sp>
      <p:sp>
        <p:nvSpPr>
          <p:cNvPr id="8" name="Google Shape;8;p2"/>
          <p:cNvSpPr txBox="1"/>
          <p:nvPr>
            <p:ph idx="12" type="sldNum"/>
          </p:nvPr>
        </p:nvSpPr>
        <p:spPr>
          <a:xfrm>
            <a:off x="20751603" y="38985612"/>
            <a:ext cx="873958" cy="893448"/>
          </a:xfrm>
          <a:prstGeom prst="rect">
            <a:avLst/>
          </a:prstGeom>
          <a:noFill/>
          <a:ln>
            <a:noFill/>
          </a:ln>
        </p:spPr>
        <p:txBody>
          <a:bodyPr anchorCtr="0" anchor="t" bIns="91425" lIns="91425" spcFirstLastPara="1" rIns="91425" wrap="square" tIns="91425">
            <a:spAutoFit/>
          </a:bodyPr>
          <a:lstStyle>
            <a:lvl1pPr indent="0" lvl="0" marL="0" marR="0" rtl="0" algn="r">
              <a:lnSpc>
                <a:spcPct val="100000"/>
              </a:lnSpc>
              <a:spcBef>
                <a:spcPts val="0"/>
              </a:spcBef>
              <a:spcAft>
                <a:spcPts val="0"/>
              </a:spcAft>
              <a:buClr>
                <a:srgbClr val="000000"/>
              </a:buClr>
              <a:buSzPts val="4606"/>
              <a:buFont typeface="Times New Roman"/>
              <a:buNone/>
              <a:defRPr b="0" i="0" sz="4606" u="none" cap="none" strike="noStrike">
                <a:solidFill>
                  <a:srgbClr val="000000"/>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000000"/>
              </a:buClr>
              <a:buSzPts val="4606"/>
              <a:buFont typeface="Times New Roman"/>
              <a:buNone/>
              <a:defRPr b="0" i="0" sz="4606" u="none" cap="none" strike="noStrike">
                <a:solidFill>
                  <a:srgbClr val="000000"/>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000000"/>
              </a:buClr>
              <a:buSzPts val="4606"/>
              <a:buFont typeface="Times New Roman"/>
              <a:buNone/>
              <a:defRPr b="0" i="0" sz="4606" u="none" cap="none" strike="noStrike">
                <a:solidFill>
                  <a:srgbClr val="000000"/>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000000"/>
              </a:buClr>
              <a:buSzPts val="4606"/>
              <a:buFont typeface="Times New Roman"/>
              <a:buNone/>
              <a:defRPr b="0" i="0" sz="4606" u="none" cap="none" strike="noStrike">
                <a:solidFill>
                  <a:srgbClr val="000000"/>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000000"/>
              </a:buClr>
              <a:buSzPts val="4606"/>
              <a:buFont typeface="Times New Roman"/>
              <a:buNone/>
              <a:defRPr b="0" i="0" sz="4606" u="none" cap="none" strike="noStrike">
                <a:solidFill>
                  <a:srgbClr val="000000"/>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000000"/>
              </a:buClr>
              <a:buSzPts val="4606"/>
              <a:buFont typeface="Times New Roman"/>
              <a:buNone/>
              <a:defRPr b="0" i="0" sz="4606" u="none" cap="none" strike="noStrike">
                <a:solidFill>
                  <a:srgbClr val="000000"/>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000000"/>
              </a:buClr>
              <a:buSzPts val="4606"/>
              <a:buFont typeface="Times New Roman"/>
              <a:buNone/>
              <a:defRPr b="0" i="0" sz="4606" u="none" cap="none" strike="noStrike">
                <a:solidFill>
                  <a:srgbClr val="000000"/>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000000"/>
              </a:buClr>
              <a:buSzPts val="4606"/>
              <a:buFont typeface="Times New Roman"/>
              <a:buNone/>
              <a:defRPr b="0" i="0" sz="4606" u="none" cap="none" strike="noStrike">
                <a:solidFill>
                  <a:srgbClr val="000000"/>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000000"/>
              </a:buClr>
              <a:buSzPts val="4606"/>
              <a:buFont typeface="Times New Roman"/>
              <a:buNone/>
              <a:defRPr b="0" i="0" sz="4606"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
          <p:cNvSpPr txBox="1"/>
          <p:nvPr/>
        </p:nvSpPr>
        <p:spPr>
          <a:xfrm>
            <a:off x="16319057" y="9917420"/>
            <a:ext cx="11987700" cy="529800"/>
          </a:xfrm>
          <a:prstGeom prst="rect">
            <a:avLst/>
          </a:prstGeom>
          <a:noFill/>
          <a:ln>
            <a:noFill/>
          </a:ln>
        </p:spPr>
        <p:txBody>
          <a:bodyPr anchorCtr="0" anchor="t" bIns="45700" lIns="31425" spcFirstLastPara="1" rIns="31425" wrap="square" tIns="45700">
            <a:spAutoFit/>
          </a:bodyPr>
          <a:lstStyle/>
          <a:p>
            <a:pPr indent="0" lvl="0" marL="0" marR="0" rtl="0" algn="ctr">
              <a:lnSpc>
                <a:spcPct val="100000"/>
              </a:lnSpc>
              <a:spcBef>
                <a:spcPts val="0"/>
              </a:spcBef>
              <a:spcAft>
                <a:spcPts val="0"/>
              </a:spcAft>
              <a:buClr>
                <a:srgbClr val="000000"/>
              </a:buClr>
              <a:buSzPts val="2842"/>
              <a:buFont typeface="Arial"/>
              <a:buNone/>
            </a:pPr>
            <a:r>
              <a:rPr b="1" lang="en-US" sz="2842"/>
              <a:t>Table 1</a:t>
            </a:r>
            <a:r>
              <a:rPr b="1" i="0" lang="en-US" sz="2842" u="none" cap="none" strike="noStrike">
                <a:solidFill>
                  <a:srgbClr val="000000"/>
                </a:solidFill>
                <a:latin typeface="Arial"/>
                <a:ea typeface="Arial"/>
                <a:cs typeface="Arial"/>
                <a:sym typeface="Arial"/>
              </a:rPr>
              <a:t>:</a:t>
            </a:r>
            <a:r>
              <a:rPr b="0" i="0" lang="en-US" sz="2842" u="none" cap="none" strike="noStrike">
                <a:solidFill>
                  <a:srgbClr val="000000"/>
                </a:solidFill>
                <a:latin typeface="Arial"/>
                <a:ea typeface="Arial"/>
                <a:cs typeface="Arial"/>
                <a:sym typeface="Arial"/>
              </a:rPr>
              <a:t> </a:t>
            </a:r>
            <a:r>
              <a:rPr lang="en-US" sz="2842"/>
              <a:t>Memory benchmark data</a:t>
            </a:r>
            <a:endParaRPr b="0" i="0" sz="2842" u="none" cap="none" strike="noStrike">
              <a:solidFill>
                <a:srgbClr val="000000"/>
              </a:solidFill>
              <a:latin typeface="Arial"/>
              <a:ea typeface="Arial"/>
              <a:cs typeface="Arial"/>
              <a:sym typeface="Arial"/>
            </a:endParaRPr>
          </a:p>
        </p:txBody>
      </p:sp>
      <p:sp>
        <p:nvSpPr>
          <p:cNvPr id="56" name="Google Shape;56;p1"/>
          <p:cNvSpPr txBox="1"/>
          <p:nvPr/>
        </p:nvSpPr>
        <p:spPr>
          <a:xfrm>
            <a:off x="361884" y="23594745"/>
            <a:ext cx="14480400" cy="7176300"/>
          </a:xfrm>
          <a:prstGeom prst="rect">
            <a:avLst/>
          </a:prstGeom>
          <a:noFill/>
          <a:ln>
            <a:noFill/>
          </a:ln>
        </p:spPr>
        <p:txBody>
          <a:bodyPr anchorCtr="0" anchor="t" bIns="31425" lIns="31425" spcFirstLastPara="1" rIns="31425" wrap="square" tIns="31425">
            <a:spAutoFit/>
          </a:bodyPr>
          <a:lstStyle/>
          <a:p>
            <a:pPr indent="-425450" lvl="0" marL="457200" marR="0" rtl="0" algn="l">
              <a:lnSpc>
                <a:spcPct val="100000"/>
              </a:lnSpc>
              <a:spcBef>
                <a:spcPts val="0"/>
              </a:spcBef>
              <a:spcAft>
                <a:spcPts val="0"/>
              </a:spcAft>
              <a:buSzPts val="3100"/>
              <a:buChar char="●"/>
            </a:pPr>
            <a:r>
              <a:rPr b="1" lang="en-US" sz="3100"/>
              <a:t>Goal: </a:t>
            </a:r>
            <a:r>
              <a:rPr lang="en-US" sz="3100"/>
              <a:t>Create a RAG model based on a SLM and fusion search that enables enhanced interpretability of pathology reports through drawing key insights and similarities from relevant reports for the clinician user</a:t>
            </a:r>
            <a:endParaRPr sz="3100"/>
          </a:p>
          <a:p>
            <a:pPr indent="-425450" lvl="0" marL="457200" marR="0" rtl="0" algn="l">
              <a:lnSpc>
                <a:spcPct val="100000"/>
              </a:lnSpc>
              <a:spcBef>
                <a:spcPts val="0"/>
              </a:spcBef>
              <a:spcAft>
                <a:spcPts val="0"/>
              </a:spcAft>
              <a:buSzPts val="3100"/>
              <a:buChar char="●"/>
            </a:pPr>
            <a:r>
              <a:rPr b="1" lang="en-US" sz="3100"/>
              <a:t>Data:</a:t>
            </a:r>
            <a:r>
              <a:rPr lang="en-US" sz="3100"/>
              <a:t> 9,523 pathology reports from The Cancer Genome Atlas (TCGA)</a:t>
            </a:r>
            <a:endParaRPr sz="3100"/>
          </a:p>
          <a:p>
            <a:pPr indent="-425450" lvl="0" marL="457200" marR="0" rtl="0" algn="l">
              <a:lnSpc>
                <a:spcPct val="100000"/>
              </a:lnSpc>
              <a:spcBef>
                <a:spcPts val="0"/>
              </a:spcBef>
              <a:spcAft>
                <a:spcPts val="0"/>
              </a:spcAft>
              <a:buSzPts val="3100"/>
              <a:buChar char="●"/>
            </a:pPr>
            <a:r>
              <a:rPr b="1" lang="en-US" sz="3100"/>
              <a:t>Algorithmic Methods:</a:t>
            </a:r>
            <a:endParaRPr sz="3100"/>
          </a:p>
          <a:p>
            <a:pPr indent="-247977" lvl="1" marL="597239" rtl="0" algn="l">
              <a:spcBef>
                <a:spcPts val="0"/>
              </a:spcBef>
              <a:spcAft>
                <a:spcPts val="0"/>
              </a:spcAft>
              <a:buClr>
                <a:schemeClr val="dk1"/>
              </a:buClr>
              <a:buSzPts val="3071"/>
              <a:buChar char="•"/>
            </a:pPr>
            <a:r>
              <a:rPr lang="en-US" sz="3071">
                <a:solidFill>
                  <a:schemeClr val="dk1"/>
                </a:solidFill>
              </a:rPr>
              <a:t> Indexed TCGA pathology reports directly into the corpus for retrieval us</a:t>
            </a:r>
            <a:r>
              <a:rPr lang="en-US" sz="3071">
                <a:solidFill>
                  <a:schemeClr val="dk1"/>
                </a:solidFill>
              </a:rPr>
              <a:t>ing</a:t>
            </a:r>
            <a:r>
              <a:rPr lang="en-US" sz="3071">
                <a:solidFill>
                  <a:schemeClr val="dk1"/>
                </a:solidFill>
              </a:rPr>
              <a:t> HuggingFace transformers Python library</a:t>
            </a:r>
            <a:endParaRPr sz="3071">
              <a:solidFill>
                <a:schemeClr val="dk1"/>
              </a:solidFill>
            </a:endParaRPr>
          </a:p>
          <a:p>
            <a:pPr indent="-247977" lvl="1" marL="597239" rtl="0" algn="l">
              <a:spcBef>
                <a:spcPts val="0"/>
              </a:spcBef>
              <a:spcAft>
                <a:spcPts val="0"/>
              </a:spcAft>
              <a:buClr>
                <a:schemeClr val="dk1"/>
              </a:buClr>
              <a:buSzPts val="3071"/>
              <a:buChar char="•"/>
            </a:pPr>
            <a:r>
              <a:rPr lang="en-US" sz="3071">
                <a:solidFill>
                  <a:schemeClr val="dk1"/>
                </a:solidFill>
              </a:rPr>
              <a:t> Used all-MiniLM-L6-v2 to generate document embeddings and </a:t>
            </a:r>
            <a:r>
              <a:rPr lang="en-US" sz="3071">
                <a:solidFill>
                  <a:schemeClr val="dk1"/>
                </a:solidFill>
              </a:rPr>
              <a:t>Auto Tokenizer</a:t>
            </a:r>
            <a:r>
              <a:rPr lang="en-US" sz="3071">
                <a:solidFill>
                  <a:schemeClr val="dk1"/>
                </a:solidFill>
              </a:rPr>
              <a:t> for tokenization of both documents and queries </a:t>
            </a:r>
            <a:endParaRPr sz="3071">
              <a:solidFill>
                <a:schemeClr val="dk1"/>
              </a:solidFill>
            </a:endParaRPr>
          </a:p>
          <a:p>
            <a:pPr indent="-247977" lvl="1" marL="597239" rtl="0" algn="l">
              <a:spcBef>
                <a:spcPts val="0"/>
              </a:spcBef>
              <a:spcAft>
                <a:spcPts val="0"/>
              </a:spcAft>
              <a:buClr>
                <a:schemeClr val="dk1"/>
              </a:buClr>
              <a:buSzPts val="3071"/>
              <a:buChar char="•"/>
            </a:pPr>
            <a:r>
              <a:rPr lang="en-US" sz="3071">
                <a:solidFill>
                  <a:schemeClr val="dk1"/>
                </a:solidFill>
              </a:rPr>
              <a:t> Fusion search method: BM25 and FAISS quantized vector search</a:t>
            </a:r>
            <a:endParaRPr sz="3071">
              <a:solidFill>
                <a:schemeClr val="dk1"/>
              </a:solidFill>
            </a:endParaRPr>
          </a:p>
          <a:p>
            <a:pPr indent="-247977" lvl="1" marL="597239" rtl="0" algn="l">
              <a:spcBef>
                <a:spcPts val="0"/>
              </a:spcBef>
              <a:spcAft>
                <a:spcPts val="0"/>
              </a:spcAft>
              <a:buClr>
                <a:schemeClr val="dk1"/>
              </a:buClr>
              <a:buSzPts val="3071"/>
              <a:buChar char="•"/>
            </a:pPr>
            <a:r>
              <a:rPr lang="en-US" sz="3071">
                <a:solidFill>
                  <a:schemeClr val="dk1"/>
                </a:solidFill>
              </a:rPr>
              <a:t> Used rank-bm25 Python library to conduct semantic similarity search based on query - retrieved top 5 similar documents</a:t>
            </a:r>
            <a:endParaRPr sz="3071">
              <a:solidFill>
                <a:schemeClr val="dk1"/>
              </a:solidFill>
            </a:endParaRPr>
          </a:p>
          <a:p>
            <a:pPr indent="-247977" lvl="1" marL="597239" rtl="0" algn="l">
              <a:spcBef>
                <a:spcPts val="0"/>
              </a:spcBef>
              <a:spcAft>
                <a:spcPts val="0"/>
              </a:spcAft>
              <a:buClr>
                <a:schemeClr val="dk1"/>
              </a:buClr>
              <a:buSzPts val="3071"/>
              <a:buChar char="•"/>
            </a:pPr>
            <a:r>
              <a:rPr lang="en-US" sz="3071">
                <a:solidFill>
                  <a:schemeClr val="dk1"/>
                </a:solidFill>
              </a:rPr>
              <a:t> Retrieved top 10 similar documents using FAISS quantized vector search using the faiss-gpu Python library</a:t>
            </a:r>
            <a:endParaRPr sz="3071">
              <a:solidFill>
                <a:schemeClr val="dk1"/>
              </a:solidFill>
            </a:endParaRPr>
          </a:p>
          <a:p>
            <a:pPr indent="-247977" lvl="1" marL="597239" rtl="0" algn="l">
              <a:spcBef>
                <a:spcPts val="0"/>
              </a:spcBef>
              <a:spcAft>
                <a:spcPts val="0"/>
              </a:spcAft>
              <a:buClr>
                <a:schemeClr val="dk1"/>
              </a:buClr>
              <a:buSzPts val="3071"/>
              <a:buChar char="•"/>
            </a:pPr>
            <a:r>
              <a:rPr lang="en-US" sz="3071">
                <a:solidFill>
                  <a:schemeClr val="dk1"/>
                </a:solidFill>
              </a:rPr>
              <a:t> Top 15 documents fed into SLM – returned insights relevant to the query</a:t>
            </a:r>
            <a:endParaRPr sz="3071">
              <a:solidFill>
                <a:schemeClr val="dk1"/>
              </a:solidFill>
            </a:endParaRPr>
          </a:p>
        </p:txBody>
      </p:sp>
      <p:cxnSp>
        <p:nvCxnSpPr>
          <p:cNvPr id="57" name="Google Shape;57;p1"/>
          <p:cNvCxnSpPr/>
          <p:nvPr/>
        </p:nvCxnSpPr>
        <p:spPr>
          <a:xfrm flipH="1">
            <a:off x="15124518" y="7112579"/>
            <a:ext cx="123272" cy="33424100"/>
          </a:xfrm>
          <a:prstGeom prst="straightConnector1">
            <a:avLst/>
          </a:prstGeom>
          <a:noFill/>
          <a:ln cap="flat" cmpd="sng" w="12700">
            <a:solidFill>
              <a:srgbClr val="000000"/>
            </a:solidFill>
            <a:prstDash val="solid"/>
            <a:round/>
            <a:headEnd len="sm" w="sm" type="none"/>
            <a:tailEnd len="sm" w="sm" type="none"/>
          </a:ln>
        </p:spPr>
      </p:cxnSp>
      <p:sp>
        <p:nvSpPr>
          <p:cNvPr id="58" name="Google Shape;58;p1"/>
          <p:cNvSpPr txBox="1"/>
          <p:nvPr/>
        </p:nvSpPr>
        <p:spPr>
          <a:xfrm>
            <a:off x="360970" y="22555054"/>
            <a:ext cx="14479500" cy="747600"/>
          </a:xfrm>
          <a:prstGeom prst="rect">
            <a:avLst/>
          </a:prstGeom>
          <a:solidFill>
            <a:srgbClr val="00574F"/>
          </a:solidFill>
          <a:ln>
            <a:noFill/>
          </a:ln>
        </p:spPr>
        <p:txBody>
          <a:bodyPr anchorCtr="0" anchor="t" bIns="62850" lIns="91425" spcFirstLastPara="1" rIns="91425" wrap="square" tIns="62850">
            <a:spAutoFit/>
          </a:bodyPr>
          <a:lstStyle/>
          <a:p>
            <a:pPr indent="0" lvl="0" marL="0" marR="0" rtl="0" algn="ctr">
              <a:lnSpc>
                <a:spcPct val="100000"/>
              </a:lnSpc>
              <a:spcBef>
                <a:spcPts val="0"/>
              </a:spcBef>
              <a:spcAft>
                <a:spcPts val="0"/>
              </a:spcAft>
              <a:buClr>
                <a:srgbClr val="FFFFFF"/>
              </a:buClr>
              <a:buSzPts val="4033"/>
              <a:buFont typeface="Arial"/>
              <a:buNone/>
            </a:pPr>
            <a:r>
              <a:rPr b="1" i="0" lang="en-US" sz="4033" u="none" cap="none" strike="noStrike">
                <a:solidFill>
                  <a:srgbClr val="FFFFFF"/>
                </a:solidFill>
                <a:latin typeface="Arial"/>
                <a:ea typeface="Arial"/>
                <a:cs typeface="Arial"/>
                <a:sym typeface="Arial"/>
              </a:rPr>
              <a:t>METHODS</a:t>
            </a:r>
            <a:endParaRPr/>
          </a:p>
        </p:txBody>
      </p:sp>
      <p:sp>
        <p:nvSpPr>
          <p:cNvPr id="59" name="Google Shape;59;p1"/>
          <p:cNvSpPr txBox="1"/>
          <p:nvPr/>
        </p:nvSpPr>
        <p:spPr>
          <a:xfrm>
            <a:off x="365646" y="6309740"/>
            <a:ext cx="14566019" cy="747575"/>
          </a:xfrm>
          <a:prstGeom prst="rect">
            <a:avLst/>
          </a:prstGeom>
          <a:solidFill>
            <a:srgbClr val="00574F"/>
          </a:solidFill>
          <a:ln>
            <a:noFill/>
          </a:ln>
        </p:spPr>
        <p:txBody>
          <a:bodyPr anchorCtr="0" anchor="t" bIns="62850" lIns="91425" spcFirstLastPara="1" rIns="91425" wrap="square" tIns="62850">
            <a:spAutoFit/>
          </a:bodyPr>
          <a:lstStyle/>
          <a:p>
            <a:pPr indent="0" lvl="0" marL="0" marR="0" rtl="0" algn="ctr">
              <a:lnSpc>
                <a:spcPct val="100000"/>
              </a:lnSpc>
              <a:spcBef>
                <a:spcPts val="0"/>
              </a:spcBef>
              <a:spcAft>
                <a:spcPts val="0"/>
              </a:spcAft>
              <a:buClr>
                <a:srgbClr val="FFFFFF"/>
              </a:buClr>
              <a:buSzPts val="4033"/>
              <a:buFont typeface="Arial"/>
              <a:buNone/>
            </a:pPr>
            <a:r>
              <a:rPr b="1" i="0" lang="en-US" sz="4033" u="none" cap="none" strike="noStrike">
                <a:solidFill>
                  <a:srgbClr val="FFFFFF"/>
                </a:solidFill>
                <a:latin typeface="Arial"/>
                <a:ea typeface="Arial"/>
                <a:cs typeface="Arial"/>
                <a:sym typeface="Arial"/>
              </a:rPr>
              <a:t>ABSTRACT </a:t>
            </a:r>
            <a:endParaRPr/>
          </a:p>
        </p:txBody>
      </p:sp>
      <p:sp>
        <p:nvSpPr>
          <p:cNvPr id="60" name="Google Shape;60;p1"/>
          <p:cNvSpPr txBox="1"/>
          <p:nvPr/>
        </p:nvSpPr>
        <p:spPr>
          <a:xfrm>
            <a:off x="15530051" y="26681413"/>
            <a:ext cx="14350500" cy="747600"/>
          </a:xfrm>
          <a:prstGeom prst="rect">
            <a:avLst/>
          </a:prstGeom>
          <a:solidFill>
            <a:srgbClr val="00574F"/>
          </a:solidFill>
          <a:ln>
            <a:noFill/>
          </a:ln>
        </p:spPr>
        <p:txBody>
          <a:bodyPr anchorCtr="0" anchor="t" bIns="62850" lIns="91425" spcFirstLastPara="1" rIns="91425" wrap="square" tIns="62850">
            <a:spAutoFit/>
          </a:bodyPr>
          <a:lstStyle/>
          <a:p>
            <a:pPr indent="0" lvl="0" marL="0" marR="0" rtl="0" algn="ctr">
              <a:lnSpc>
                <a:spcPct val="100000"/>
              </a:lnSpc>
              <a:spcBef>
                <a:spcPts val="0"/>
              </a:spcBef>
              <a:spcAft>
                <a:spcPts val="0"/>
              </a:spcAft>
              <a:buClr>
                <a:srgbClr val="FFFFFF"/>
              </a:buClr>
              <a:buSzPts val="4033"/>
              <a:buFont typeface="Arial"/>
              <a:buNone/>
            </a:pPr>
            <a:r>
              <a:rPr b="1" i="0" lang="en-US" sz="4033" u="none" cap="none" strike="noStrike">
                <a:solidFill>
                  <a:srgbClr val="FFFFFF"/>
                </a:solidFill>
                <a:latin typeface="Arial"/>
                <a:ea typeface="Arial"/>
                <a:cs typeface="Arial"/>
                <a:sym typeface="Arial"/>
              </a:rPr>
              <a:t>CONCLUSION</a:t>
            </a:r>
            <a:endParaRPr/>
          </a:p>
        </p:txBody>
      </p:sp>
      <p:sp>
        <p:nvSpPr>
          <p:cNvPr id="61" name="Google Shape;61;p1"/>
          <p:cNvSpPr txBox="1"/>
          <p:nvPr/>
        </p:nvSpPr>
        <p:spPr>
          <a:xfrm>
            <a:off x="359171" y="10652689"/>
            <a:ext cx="14483100" cy="747600"/>
          </a:xfrm>
          <a:prstGeom prst="rect">
            <a:avLst/>
          </a:prstGeom>
          <a:solidFill>
            <a:srgbClr val="00574F"/>
          </a:solidFill>
          <a:ln>
            <a:noFill/>
          </a:ln>
        </p:spPr>
        <p:txBody>
          <a:bodyPr anchorCtr="0" anchor="t" bIns="62850" lIns="91425" spcFirstLastPara="1" rIns="91425" wrap="square" tIns="62850">
            <a:spAutoFit/>
          </a:bodyPr>
          <a:lstStyle/>
          <a:p>
            <a:pPr indent="0" lvl="0" marL="0" marR="0" rtl="0" algn="ctr">
              <a:lnSpc>
                <a:spcPct val="100000"/>
              </a:lnSpc>
              <a:spcBef>
                <a:spcPts val="0"/>
              </a:spcBef>
              <a:spcAft>
                <a:spcPts val="0"/>
              </a:spcAft>
              <a:buClr>
                <a:srgbClr val="FFFFFF"/>
              </a:buClr>
              <a:buSzPts val="4033"/>
              <a:buFont typeface="Arial"/>
              <a:buNone/>
            </a:pPr>
            <a:r>
              <a:rPr b="1" i="0" lang="en-US" sz="4033" u="none" cap="none" strike="noStrike">
                <a:solidFill>
                  <a:srgbClr val="FFFFFF"/>
                </a:solidFill>
                <a:latin typeface="Arial"/>
                <a:ea typeface="Arial"/>
                <a:cs typeface="Arial"/>
                <a:sym typeface="Arial"/>
              </a:rPr>
              <a:t>INTRODUCTION</a:t>
            </a:r>
            <a:endParaRPr/>
          </a:p>
        </p:txBody>
      </p:sp>
      <p:pic>
        <p:nvPicPr>
          <p:cNvPr descr="Picture 2" id="62" name="Google Shape;62;p1"/>
          <p:cNvPicPr preferRelativeResize="0"/>
          <p:nvPr/>
        </p:nvPicPr>
        <p:blipFill rotWithShape="1">
          <a:blip r:embed="rId3">
            <a:alphaModFix/>
          </a:blip>
          <a:srcRect b="0" l="0" r="0" t="0"/>
          <a:stretch/>
        </p:blipFill>
        <p:spPr>
          <a:xfrm>
            <a:off x="0" y="8841"/>
            <a:ext cx="30175200" cy="5476542"/>
          </a:xfrm>
          <a:prstGeom prst="rect">
            <a:avLst/>
          </a:prstGeom>
          <a:noFill/>
          <a:ln>
            <a:noFill/>
          </a:ln>
        </p:spPr>
      </p:pic>
      <p:sp>
        <p:nvSpPr>
          <p:cNvPr id="63" name="Google Shape;63;p1"/>
          <p:cNvSpPr txBox="1"/>
          <p:nvPr/>
        </p:nvSpPr>
        <p:spPr>
          <a:xfrm>
            <a:off x="805403" y="868851"/>
            <a:ext cx="19725600" cy="2247300"/>
          </a:xfrm>
          <a:prstGeom prst="rect">
            <a:avLst/>
          </a:prstGeom>
          <a:noFill/>
          <a:ln>
            <a:noFill/>
          </a:ln>
        </p:spPr>
        <p:txBody>
          <a:bodyPr anchorCtr="0" anchor="t" bIns="45700" lIns="31425" spcFirstLastPara="1" rIns="31425" wrap="square" tIns="45700">
            <a:spAutoFit/>
          </a:bodyPr>
          <a:lstStyle/>
          <a:p>
            <a:pPr indent="0" lvl="0" marL="0" marR="0" rtl="0" algn="l">
              <a:lnSpc>
                <a:spcPct val="100000"/>
              </a:lnSpc>
              <a:spcBef>
                <a:spcPts val="0"/>
              </a:spcBef>
              <a:spcAft>
                <a:spcPts val="0"/>
              </a:spcAft>
              <a:buClr>
                <a:srgbClr val="00574E"/>
              </a:buClr>
              <a:buSzPts val="7000"/>
              <a:buFont typeface="Arial"/>
              <a:buNone/>
            </a:pPr>
            <a:r>
              <a:rPr b="1" lang="en-US" sz="7000">
                <a:solidFill>
                  <a:srgbClr val="00574E"/>
                </a:solidFill>
                <a:extLst>
                  <a:ext uri="http://customooxmlschemas.google.com/">
                    <go:slidesCustomData xmlns:go="http://customooxmlschemas.google.com/" textRoundtripDataId="0"/>
                  </a:ext>
                </a:extLst>
              </a:rPr>
              <a:t>Retrieval</a:t>
            </a:r>
            <a:r>
              <a:rPr b="1" lang="en-US" sz="7000">
                <a:solidFill>
                  <a:srgbClr val="00574E"/>
                </a:solidFill>
              </a:rPr>
              <a:t> Augmented Generation for Pathology Reports</a:t>
            </a:r>
            <a:endParaRPr/>
          </a:p>
        </p:txBody>
      </p:sp>
      <p:sp>
        <p:nvSpPr>
          <p:cNvPr id="64" name="Google Shape;64;p1"/>
          <p:cNvSpPr txBox="1"/>
          <p:nvPr/>
        </p:nvSpPr>
        <p:spPr>
          <a:xfrm>
            <a:off x="805403" y="3470943"/>
            <a:ext cx="19419600" cy="1062900"/>
          </a:xfrm>
          <a:prstGeom prst="rect">
            <a:avLst/>
          </a:prstGeom>
          <a:noFill/>
          <a:ln>
            <a:noFill/>
          </a:ln>
        </p:spPr>
        <p:txBody>
          <a:bodyPr anchorCtr="0" anchor="t" bIns="45700" lIns="31425" spcFirstLastPara="1" rIns="31425" wrap="square" tIns="45700">
            <a:spAutoFit/>
          </a:bodyPr>
          <a:lstStyle/>
          <a:p>
            <a:pPr indent="0" lvl="0" marL="0" marR="0" rtl="0" algn="l">
              <a:lnSpc>
                <a:spcPct val="115000"/>
              </a:lnSpc>
              <a:spcBef>
                <a:spcPts val="0"/>
              </a:spcBef>
              <a:spcAft>
                <a:spcPts val="0"/>
              </a:spcAft>
              <a:buClr>
                <a:srgbClr val="404040"/>
              </a:buClr>
              <a:buSzPts val="2933"/>
              <a:buFont typeface="Arial"/>
              <a:buNone/>
            </a:pPr>
            <a:r>
              <a:rPr i="1" lang="en-US" sz="2933">
                <a:solidFill>
                  <a:srgbClr val="404040"/>
                </a:solidFill>
              </a:rPr>
              <a:t>Aayush Shivashankar, Tanya Nair, Valmik Nahata, Connor Friedman, Zarif Azher, Joshua J. Levy</a:t>
            </a:r>
            <a:endParaRPr b="0" i="1" sz="2933" u="none" cap="none" strike="noStrike">
              <a:solidFill>
                <a:srgbClr val="404040"/>
              </a:solidFill>
              <a:latin typeface="Arial"/>
              <a:ea typeface="Arial"/>
              <a:cs typeface="Arial"/>
              <a:sym typeface="Arial"/>
            </a:endParaRPr>
          </a:p>
          <a:p>
            <a:pPr indent="0" lvl="0" marL="0" rtl="0" algn="l">
              <a:lnSpc>
                <a:spcPct val="115000"/>
              </a:lnSpc>
              <a:spcBef>
                <a:spcPts val="0"/>
              </a:spcBef>
              <a:spcAft>
                <a:spcPts val="0"/>
              </a:spcAft>
              <a:buClr>
                <a:srgbClr val="404040"/>
              </a:buClr>
              <a:buSzPts val="2933"/>
              <a:buFont typeface="Arial"/>
              <a:buNone/>
            </a:pPr>
            <a:r>
              <a:rPr i="1" lang="en-US" sz="2933">
                <a:solidFill>
                  <a:srgbClr val="404040"/>
                </a:solidFill>
              </a:rPr>
              <a:t>Emerging Diagnostic and Investigative Technologies, Department of Pathology, Dartmouth Hitchcock Medical Center</a:t>
            </a:r>
            <a:endParaRPr i="1" sz="2933">
              <a:solidFill>
                <a:srgbClr val="404040"/>
              </a:solidFill>
            </a:endParaRPr>
          </a:p>
        </p:txBody>
      </p:sp>
      <p:sp>
        <p:nvSpPr>
          <p:cNvPr id="65" name="Google Shape;65;p1"/>
          <p:cNvSpPr txBox="1"/>
          <p:nvPr/>
        </p:nvSpPr>
        <p:spPr>
          <a:xfrm>
            <a:off x="365713" y="7383963"/>
            <a:ext cx="14565900" cy="2942100"/>
          </a:xfrm>
          <a:prstGeom prst="rect">
            <a:avLst/>
          </a:prstGeom>
          <a:noFill/>
          <a:ln>
            <a:noFill/>
          </a:ln>
        </p:spPr>
        <p:txBody>
          <a:bodyPr anchorCtr="0" anchor="t" bIns="31425" lIns="31425" spcFirstLastPara="1" rIns="31425" wrap="square" tIns="31425">
            <a:spAutoFit/>
          </a:bodyPr>
          <a:lstStyle/>
          <a:p>
            <a:pPr indent="-197929" lvl="0" marL="185982" marR="0" rtl="0" algn="l">
              <a:lnSpc>
                <a:spcPct val="100000"/>
              </a:lnSpc>
              <a:spcBef>
                <a:spcPts val="0"/>
              </a:spcBef>
              <a:spcAft>
                <a:spcPts val="0"/>
              </a:spcAft>
              <a:buClr>
                <a:srgbClr val="000000"/>
              </a:buClr>
              <a:buSzPts val="3117"/>
              <a:buFont typeface="Arial"/>
              <a:buChar char="•"/>
            </a:pPr>
            <a:r>
              <a:rPr lang="en-US" sz="3117"/>
              <a:t> Clinicians are expected to cross-reference pathology reports to gain a better understanding of a patient’s report, especially with different cancer variants</a:t>
            </a:r>
            <a:endParaRPr sz="3117"/>
          </a:p>
          <a:p>
            <a:pPr indent="-197929" lvl="0" marL="185982" marR="0" rtl="0" algn="l">
              <a:lnSpc>
                <a:spcPct val="100000"/>
              </a:lnSpc>
              <a:spcBef>
                <a:spcPts val="0"/>
              </a:spcBef>
              <a:spcAft>
                <a:spcPts val="0"/>
              </a:spcAft>
              <a:buSzPts val="3117"/>
              <a:buChar char="•"/>
            </a:pPr>
            <a:r>
              <a:rPr lang="en-US" sz="3117"/>
              <a:t> Pathology reports are not standardized and are written with complexity, making them </a:t>
            </a:r>
            <a:r>
              <a:rPr lang="en-US" sz="3117"/>
              <a:t>difficult</a:t>
            </a:r>
            <a:r>
              <a:rPr lang="en-US" sz="3117"/>
              <a:t> to </a:t>
            </a:r>
            <a:r>
              <a:rPr lang="en-US" sz="3117"/>
              <a:t>understand</a:t>
            </a:r>
            <a:endParaRPr sz="3117"/>
          </a:p>
          <a:p>
            <a:pPr indent="-197929" lvl="0" marL="185982" marR="0" rtl="0" algn="l">
              <a:lnSpc>
                <a:spcPct val="100000"/>
              </a:lnSpc>
              <a:spcBef>
                <a:spcPts val="0"/>
              </a:spcBef>
              <a:spcAft>
                <a:spcPts val="0"/>
              </a:spcAft>
              <a:buSzPts val="3117"/>
              <a:buChar char="•"/>
            </a:pPr>
            <a:r>
              <a:rPr lang="en-US" sz="3117"/>
              <a:t> Retrieval Augmented Generation (RAG) model on a Small Language Model (SLM) and fusion search to </a:t>
            </a:r>
            <a:r>
              <a:rPr lang="en-US" sz="3117"/>
              <a:t>efficiently</a:t>
            </a:r>
            <a:r>
              <a:rPr lang="en-US" sz="3117"/>
              <a:t> </a:t>
            </a:r>
            <a:r>
              <a:rPr lang="en-US" sz="3117"/>
              <a:t>retrieve</a:t>
            </a:r>
            <a:r>
              <a:rPr lang="en-US" sz="3117"/>
              <a:t> information from pathology reports</a:t>
            </a:r>
            <a:endParaRPr sz="3117"/>
          </a:p>
        </p:txBody>
      </p:sp>
      <p:sp>
        <p:nvSpPr>
          <p:cNvPr id="66" name="Google Shape;66;p1"/>
          <p:cNvSpPr txBox="1"/>
          <p:nvPr/>
        </p:nvSpPr>
        <p:spPr>
          <a:xfrm>
            <a:off x="15568099" y="27457935"/>
            <a:ext cx="14240700" cy="279000"/>
          </a:xfrm>
          <a:prstGeom prst="rect">
            <a:avLst/>
          </a:prstGeom>
          <a:noFill/>
          <a:ln>
            <a:noFill/>
          </a:ln>
        </p:spPr>
        <p:txBody>
          <a:bodyPr anchorCtr="0" anchor="t" bIns="31425" lIns="31425" spcFirstLastPara="1" rIns="31425" wrap="square" tIns="31425">
            <a:spAutoFit/>
          </a:bodyPr>
          <a:lstStyle/>
          <a:p>
            <a:pPr indent="0" lvl="0" marL="0" marR="0" rtl="0" algn="l">
              <a:lnSpc>
                <a:spcPct val="100000"/>
              </a:lnSpc>
              <a:spcBef>
                <a:spcPts val="0"/>
              </a:spcBef>
              <a:spcAft>
                <a:spcPts val="0"/>
              </a:spcAft>
              <a:buClr>
                <a:srgbClr val="000000"/>
              </a:buClr>
              <a:buSzPts val="3071"/>
              <a:buFont typeface="Arial"/>
              <a:buNone/>
            </a:pPr>
            <a:r>
              <a:t/>
            </a:r>
            <a:endParaRPr/>
          </a:p>
        </p:txBody>
      </p:sp>
      <p:sp>
        <p:nvSpPr>
          <p:cNvPr id="67" name="Google Shape;67;p1"/>
          <p:cNvSpPr txBox="1"/>
          <p:nvPr/>
        </p:nvSpPr>
        <p:spPr>
          <a:xfrm>
            <a:off x="15551691" y="6300427"/>
            <a:ext cx="14328804" cy="747575"/>
          </a:xfrm>
          <a:prstGeom prst="rect">
            <a:avLst/>
          </a:prstGeom>
          <a:solidFill>
            <a:srgbClr val="00574F"/>
          </a:solidFill>
          <a:ln>
            <a:noFill/>
          </a:ln>
        </p:spPr>
        <p:txBody>
          <a:bodyPr anchorCtr="0" anchor="t" bIns="62850" lIns="91425" spcFirstLastPara="1" rIns="91425" wrap="square" tIns="62850">
            <a:spAutoFit/>
          </a:bodyPr>
          <a:lstStyle/>
          <a:p>
            <a:pPr indent="0" lvl="0" marL="0" marR="0" rtl="0" algn="ctr">
              <a:lnSpc>
                <a:spcPct val="100000"/>
              </a:lnSpc>
              <a:spcBef>
                <a:spcPts val="0"/>
              </a:spcBef>
              <a:spcAft>
                <a:spcPts val="0"/>
              </a:spcAft>
              <a:buClr>
                <a:srgbClr val="FFFFFF"/>
              </a:buClr>
              <a:buSzPts val="4033"/>
              <a:buFont typeface="Arial"/>
              <a:buNone/>
            </a:pPr>
            <a:r>
              <a:rPr b="1" i="0" lang="en-US" sz="4033" u="none" cap="none" strike="noStrike">
                <a:solidFill>
                  <a:srgbClr val="FFFFFF"/>
                </a:solidFill>
                <a:latin typeface="Arial"/>
                <a:ea typeface="Arial"/>
                <a:cs typeface="Arial"/>
                <a:sym typeface="Arial"/>
                <a:extLst>
                  <a:ext uri="http://customooxmlschemas.google.com/">
                    <go:slidesCustomData xmlns:go="http://customooxmlschemas.google.com/" textRoundtripDataId="1"/>
                  </a:ext>
                </a:extLst>
              </a:rPr>
              <a:t>RESULTS</a:t>
            </a:r>
            <a:endParaRPr/>
          </a:p>
        </p:txBody>
      </p:sp>
      <p:sp>
        <p:nvSpPr>
          <p:cNvPr id="68" name="Google Shape;68;p1"/>
          <p:cNvSpPr txBox="1"/>
          <p:nvPr/>
        </p:nvSpPr>
        <p:spPr>
          <a:xfrm>
            <a:off x="15568099" y="25717369"/>
            <a:ext cx="14192400" cy="279000"/>
          </a:xfrm>
          <a:prstGeom prst="rect">
            <a:avLst/>
          </a:prstGeom>
          <a:noFill/>
          <a:ln>
            <a:noFill/>
          </a:ln>
        </p:spPr>
        <p:txBody>
          <a:bodyPr anchorCtr="0" anchor="t" bIns="31425" lIns="31425" spcFirstLastPara="1" rIns="31425" wrap="square" tIns="31425">
            <a:spAutoFit/>
          </a:bodyPr>
          <a:lstStyle/>
          <a:p>
            <a:pPr indent="0" lvl="0" marL="0" marR="0" rtl="0" algn="ctr">
              <a:lnSpc>
                <a:spcPct val="100000"/>
              </a:lnSpc>
              <a:spcBef>
                <a:spcPts val="0"/>
              </a:spcBef>
              <a:spcAft>
                <a:spcPts val="0"/>
              </a:spcAft>
              <a:buClr>
                <a:srgbClr val="000000"/>
              </a:buClr>
              <a:buSzPts val="2842"/>
              <a:buFont typeface="Arial"/>
              <a:buNone/>
            </a:pPr>
            <a:r>
              <a:t/>
            </a:r>
            <a:endParaRPr/>
          </a:p>
        </p:txBody>
      </p:sp>
      <p:pic>
        <p:nvPicPr>
          <p:cNvPr descr="Image" id="69" name="Google Shape;69;p1"/>
          <p:cNvPicPr preferRelativeResize="0"/>
          <p:nvPr/>
        </p:nvPicPr>
        <p:blipFill rotWithShape="1">
          <a:blip r:embed="rId4">
            <a:alphaModFix/>
          </a:blip>
          <a:srcRect b="0" l="0" r="0" t="0"/>
          <a:stretch/>
        </p:blipFill>
        <p:spPr>
          <a:xfrm>
            <a:off x="21649732" y="1168482"/>
            <a:ext cx="8219233" cy="3204152"/>
          </a:xfrm>
          <a:prstGeom prst="rect">
            <a:avLst/>
          </a:prstGeom>
          <a:noFill/>
          <a:ln>
            <a:noFill/>
          </a:ln>
        </p:spPr>
      </p:pic>
      <p:sp>
        <p:nvSpPr>
          <p:cNvPr id="70" name="Google Shape;70;p1"/>
          <p:cNvSpPr txBox="1"/>
          <p:nvPr/>
        </p:nvSpPr>
        <p:spPr>
          <a:xfrm>
            <a:off x="359175" y="11544825"/>
            <a:ext cx="14483100" cy="11098500"/>
          </a:xfrm>
          <a:prstGeom prst="rect">
            <a:avLst/>
          </a:prstGeom>
          <a:noFill/>
          <a:ln>
            <a:noFill/>
          </a:ln>
        </p:spPr>
        <p:txBody>
          <a:bodyPr anchorCtr="0" anchor="t" bIns="31425" lIns="31425" spcFirstLastPara="1" rIns="31425" wrap="square" tIns="31425">
            <a:spAutoFit/>
          </a:bodyPr>
          <a:lstStyle/>
          <a:p>
            <a:pPr indent="-197929" lvl="0" marL="185982" marR="0" rtl="0" algn="l">
              <a:lnSpc>
                <a:spcPct val="100000"/>
              </a:lnSpc>
              <a:spcBef>
                <a:spcPts val="0"/>
              </a:spcBef>
              <a:spcAft>
                <a:spcPts val="0"/>
              </a:spcAft>
              <a:buClr>
                <a:srgbClr val="000000"/>
              </a:buClr>
              <a:buSzPts val="3117"/>
              <a:buFont typeface="Arial"/>
              <a:buChar char="•"/>
            </a:pPr>
            <a:r>
              <a:rPr b="1" lang="en-US" sz="3117"/>
              <a:t>Clinicians’ Barriers to Understanding</a:t>
            </a:r>
            <a:endParaRPr b="1" sz="3117">
              <a:extLst>
                <a:ext uri="http://customooxmlschemas.google.com/">
                  <go:slidesCustomData xmlns:go="http://customooxmlschemas.google.com/" textRoundtripDataId="2"/>
                </a:ext>
              </a:extLst>
            </a:endParaRPr>
          </a:p>
          <a:p>
            <a:pPr indent="-426529" lvl="1" marL="914400" marR="0" rtl="0" algn="l">
              <a:lnSpc>
                <a:spcPct val="100000"/>
              </a:lnSpc>
              <a:spcBef>
                <a:spcPts val="0"/>
              </a:spcBef>
              <a:spcAft>
                <a:spcPts val="0"/>
              </a:spcAft>
              <a:buSzPts val="3117"/>
              <a:buChar char="•"/>
            </a:pPr>
            <a:r>
              <a:rPr lang="en-US" sz="3117">
                <a:extLst>
                  <a:ext uri="http://customooxmlschemas.google.com/">
                    <go:slidesCustomData xmlns:go="http://customooxmlschemas.google.com/" textRoundtripDataId="3"/>
                  </a:ext>
                </a:extLst>
              </a:rPr>
              <a:t>Pathologists manually inputting results in pathology reports may leave room for excessive interpretability due to complex wording and phrases of uncertainty </a:t>
            </a:r>
            <a:endParaRPr sz="3117">
              <a:extLst>
                <a:ext uri="http://customooxmlschemas.google.com/">
                  <go:slidesCustomData xmlns:go="http://customooxmlschemas.google.com/" textRoundtripDataId="4"/>
                </a:ext>
              </a:extLst>
            </a:endParaRPr>
          </a:p>
          <a:p>
            <a:pPr indent="-426529" lvl="1" marL="914400" marR="0" rtl="0" algn="l">
              <a:lnSpc>
                <a:spcPct val="100000"/>
              </a:lnSpc>
              <a:spcBef>
                <a:spcPts val="0"/>
              </a:spcBef>
              <a:spcAft>
                <a:spcPts val="0"/>
              </a:spcAft>
              <a:buSzPts val="3117"/>
              <a:buChar char="•"/>
            </a:pPr>
            <a:r>
              <a:rPr lang="en-US" sz="3117"/>
              <a:t>Clinicians aiming to cross-reference reports may find it difficult when left with varying understandings of each report</a:t>
            </a:r>
            <a:endParaRPr sz="3117"/>
          </a:p>
          <a:p>
            <a:pPr indent="-426529" lvl="1" marL="914400" marR="0" rtl="0" algn="l">
              <a:lnSpc>
                <a:spcPct val="100000"/>
              </a:lnSpc>
              <a:spcBef>
                <a:spcPts val="0"/>
              </a:spcBef>
              <a:spcAft>
                <a:spcPts val="0"/>
              </a:spcAft>
              <a:buSzPts val="3117"/>
              <a:buChar char="•"/>
            </a:pPr>
            <a:r>
              <a:rPr lang="en-US" sz="3117"/>
              <a:t>Patients cannot receive adequate details on their pathology report unless a clinician has an accurate and holistic understanding of a patient’s report</a:t>
            </a:r>
            <a:endParaRPr sz="3117"/>
          </a:p>
          <a:p>
            <a:pPr indent="-426529" lvl="1" marL="914400" marR="0" rtl="0" algn="l">
              <a:lnSpc>
                <a:spcPct val="100000"/>
              </a:lnSpc>
              <a:spcBef>
                <a:spcPts val="0"/>
              </a:spcBef>
              <a:spcAft>
                <a:spcPts val="0"/>
              </a:spcAft>
              <a:buSzPts val="3117"/>
              <a:buChar char="•"/>
            </a:pPr>
            <a:r>
              <a:rPr lang="en-US" sz="3117"/>
              <a:t>Standardized information extraction is necessary for an increase in medical comprehension by clinicians</a:t>
            </a:r>
            <a:endParaRPr sz="3117"/>
          </a:p>
          <a:p>
            <a:pPr indent="-426529" lvl="0" marL="457200" marR="0" rtl="0" algn="l">
              <a:lnSpc>
                <a:spcPct val="100000"/>
              </a:lnSpc>
              <a:spcBef>
                <a:spcPts val="0"/>
              </a:spcBef>
              <a:spcAft>
                <a:spcPts val="0"/>
              </a:spcAft>
              <a:buSzPts val="3117"/>
              <a:buChar char="•"/>
            </a:pPr>
            <a:r>
              <a:rPr b="1" lang="en-US" sz="3117"/>
              <a:t>Existing Solutions</a:t>
            </a:r>
            <a:endParaRPr b="1" sz="3117"/>
          </a:p>
          <a:p>
            <a:pPr indent="-426529" lvl="1" marL="914400" marR="0" rtl="0" algn="l">
              <a:lnSpc>
                <a:spcPct val="100000"/>
              </a:lnSpc>
              <a:spcBef>
                <a:spcPts val="0"/>
              </a:spcBef>
              <a:spcAft>
                <a:spcPts val="0"/>
              </a:spcAft>
              <a:buSzPts val="3117"/>
              <a:buChar char="•"/>
            </a:pPr>
            <a:r>
              <a:rPr lang="en-US" sz="3117"/>
              <a:t>Named Entity </a:t>
            </a:r>
            <a:r>
              <a:rPr lang="en-US" sz="3117"/>
              <a:t>Recognition systems built from Large Language Models (LLMs)</a:t>
            </a:r>
            <a:endParaRPr sz="3117"/>
          </a:p>
          <a:p>
            <a:pPr indent="-426529" lvl="1" marL="914400" marR="0" rtl="0" algn="l">
              <a:lnSpc>
                <a:spcPct val="100000"/>
              </a:lnSpc>
              <a:spcBef>
                <a:spcPts val="0"/>
              </a:spcBef>
              <a:spcAft>
                <a:spcPts val="0"/>
              </a:spcAft>
              <a:buSzPts val="3117"/>
              <a:buChar char="•"/>
            </a:pPr>
            <a:r>
              <a:rPr lang="en-US" sz="3117"/>
              <a:t>Deep Learning classification systems that help in extracting and coding information from pathology reports</a:t>
            </a:r>
            <a:endParaRPr sz="3117"/>
          </a:p>
          <a:p>
            <a:pPr indent="-426529" lvl="1" marL="914400" marR="0" rtl="0" algn="l">
              <a:lnSpc>
                <a:spcPct val="100000"/>
              </a:lnSpc>
              <a:spcBef>
                <a:spcPts val="0"/>
              </a:spcBef>
              <a:spcAft>
                <a:spcPts val="0"/>
              </a:spcAft>
              <a:buSzPts val="3117"/>
              <a:buChar char="•"/>
            </a:pPr>
            <a:r>
              <a:rPr lang="en-US" sz="3117"/>
              <a:t>Technologies are currently used to assist patients with interpreting pathology reports</a:t>
            </a:r>
            <a:endParaRPr sz="3117"/>
          </a:p>
          <a:p>
            <a:pPr indent="-426529" lvl="0" marL="457200" marR="0" rtl="0" algn="l">
              <a:lnSpc>
                <a:spcPct val="100000"/>
              </a:lnSpc>
              <a:spcBef>
                <a:spcPts val="0"/>
              </a:spcBef>
              <a:spcAft>
                <a:spcPts val="0"/>
              </a:spcAft>
              <a:buSzPts val="3117"/>
              <a:buChar char="•"/>
            </a:pPr>
            <a:r>
              <a:rPr b="1" lang="en-US" sz="3117"/>
              <a:t>Extending Research</a:t>
            </a:r>
            <a:endParaRPr b="1" sz="3117"/>
          </a:p>
          <a:p>
            <a:pPr indent="-426529" lvl="1" marL="914400" marR="0" rtl="0" algn="l">
              <a:lnSpc>
                <a:spcPct val="100000"/>
              </a:lnSpc>
              <a:spcBef>
                <a:spcPts val="0"/>
              </a:spcBef>
              <a:spcAft>
                <a:spcPts val="0"/>
              </a:spcAft>
              <a:buSzPts val="3117"/>
              <a:buChar char="•"/>
            </a:pPr>
            <a:r>
              <a:rPr lang="en-US" sz="3117"/>
              <a:t>Lack of Retrieval Augmented Generation (RAG) with Small Language Models (SLMs) </a:t>
            </a:r>
            <a:endParaRPr sz="3117"/>
          </a:p>
          <a:p>
            <a:pPr indent="-426529" lvl="1" marL="914400" marR="0" rtl="0" algn="l">
              <a:lnSpc>
                <a:spcPct val="100000"/>
              </a:lnSpc>
              <a:spcBef>
                <a:spcPts val="0"/>
              </a:spcBef>
              <a:spcAft>
                <a:spcPts val="0"/>
              </a:spcAft>
              <a:buSzPts val="3117"/>
              <a:buChar char="•"/>
            </a:pPr>
            <a:r>
              <a:rPr lang="en-US" sz="3117"/>
              <a:t>Creating</a:t>
            </a:r>
            <a:r>
              <a:rPr lang="en-US" sz="3117"/>
              <a:t> a more </a:t>
            </a:r>
            <a:r>
              <a:rPr lang="en-US" sz="3117"/>
              <a:t>efficient</a:t>
            </a:r>
            <a:r>
              <a:rPr lang="en-US" sz="3117"/>
              <a:t> and accurate method for information extraction and classification of pathology reports compared to traditional LLM-based approaches</a:t>
            </a:r>
            <a:endParaRPr b="0" i="0" sz="3117" u="none" cap="none" strike="noStrike">
              <a:solidFill>
                <a:srgbClr val="000000"/>
              </a:solidFill>
              <a:latin typeface="Arial"/>
              <a:ea typeface="Arial"/>
              <a:cs typeface="Arial"/>
              <a:sym typeface="Arial"/>
            </a:endParaRPr>
          </a:p>
        </p:txBody>
      </p:sp>
      <p:sp>
        <p:nvSpPr>
          <p:cNvPr id="71" name="Google Shape;71;p1"/>
          <p:cNvSpPr txBox="1"/>
          <p:nvPr/>
        </p:nvSpPr>
        <p:spPr>
          <a:xfrm>
            <a:off x="2461443" y="40518072"/>
            <a:ext cx="10038600" cy="501000"/>
          </a:xfrm>
          <a:prstGeom prst="rect">
            <a:avLst/>
          </a:prstGeom>
          <a:noFill/>
          <a:ln>
            <a:noFill/>
          </a:ln>
        </p:spPr>
        <p:txBody>
          <a:bodyPr anchorCtr="0" anchor="t" bIns="31425" lIns="31425" spcFirstLastPara="1" rIns="31425" wrap="square" tIns="31425">
            <a:spAutoFit/>
          </a:bodyPr>
          <a:lstStyle/>
          <a:p>
            <a:pPr indent="0" lvl="0" marL="0" marR="0" rtl="0" algn="ctr">
              <a:lnSpc>
                <a:spcPct val="100000"/>
              </a:lnSpc>
              <a:spcBef>
                <a:spcPts val="0"/>
              </a:spcBef>
              <a:spcAft>
                <a:spcPts val="0"/>
              </a:spcAft>
              <a:buClr>
                <a:srgbClr val="000000"/>
              </a:buClr>
              <a:buSzPts val="2842"/>
              <a:buFont typeface="Arial"/>
              <a:buNone/>
            </a:pPr>
            <a:r>
              <a:t/>
            </a:r>
            <a:endParaRPr b="0" i="0" sz="2842" u="none" cap="none" strike="noStrike">
              <a:solidFill>
                <a:srgbClr val="000000"/>
              </a:solidFill>
              <a:latin typeface="Arial"/>
              <a:ea typeface="Arial"/>
              <a:cs typeface="Arial"/>
              <a:sym typeface="Arial"/>
            </a:endParaRPr>
          </a:p>
        </p:txBody>
      </p:sp>
      <p:sp>
        <p:nvSpPr>
          <p:cNvPr id="72" name="Google Shape;72;p1"/>
          <p:cNvSpPr txBox="1"/>
          <p:nvPr/>
        </p:nvSpPr>
        <p:spPr>
          <a:xfrm>
            <a:off x="15979825" y="7333250"/>
            <a:ext cx="10957500" cy="99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100"/>
              <a:t>The full </a:t>
            </a:r>
            <a:r>
              <a:rPr lang="en-US" sz="3100"/>
              <a:t>corpus with embeddings is </a:t>
            </a:r>
            <a:r>
              <a:rPr lang="en-US" sz="3100"/>
              <a:t>334.5619 GB.</a:t>
            </a:r>
            <a:endParaRPr sz="3100"/>
          </a:p>
        </p:txBody>
      </p:sp>
      <p:graphicFrame>
        <p:nvGraphicFramePr>
          <p:cNvPr id="73" name="Google Shape;73;p1"/>
          <p:cNvGraphicFramePr/>
          <p:nvPr/>
        </p:nvGraphicFramePr>
        <p:xfrm>
          <a:off x="15979825" y="8149675"/>
          <a:ext cx="3000000" cy="3000000"/>
        </p:xfrm>
        <a:graphic>
          <a:graphicData uri="http://schemas.openxmlformats.org/drawingml/2006/table">
            <a:tbl>
              <a:tblPr>
                <a:noFill/>
                <a:tableStyleId>{2FC08E39-F099-4A22-9951-E80CCA52893F}</a:tableStyleId>
              </a:tblPr>
              <a:tblGrid>
                <a:gridCol w="6684450"/>
                <a:gridCol w="6684450"/>
              </a:tblGrid>
              <a:tr h="805050">
                <a:tc>
                  <a:txBody>
                    <a:bodyPr/>
                    <a:lstStyle/>
                    <a:p>
                      <a:pPr indent="0" lvl="0" marL="0" rtl="0" algn="l">
                        <a:spcBef>
                          <a:spcPts val="0"/>
                        </a:spcBef>
                        <a:spcAft>
                          <a:spcPts val="0"/>
                        </a:spcAft>
                        <a:buNone/>
                      </a:pPr>
                      <a:r>
                        <a:rPr b="1" lang="en-US" sz="3100">
                          <a:extLst>
                            <a:ext uri="http://customooxmlschemas.google.com/">
                              <go:slidesCustomData xmlns:go="http://customooxmlschemas.google.com/" textRoundtripDataId="5"/>
                            </a:ext>
                          </a:extLst>
                        </a:rPr>
                        <a:t>RAM Used By System:</a:t>
                      </a:r>
                      <a:endParaRPr b="1" sz="3100"/>
                    </a:p>
                  </a:txBody>
                  <a:tcPr marT="91425" marB="91425" marR="91425" marL="91425">
                    <a:lnL cap="flat" cmpd="sng" w="9525">
                      <a:solidFill>
                        <a:srgbClr val="00574E"/>
                      </a:solidFill>
                      <a:prstDash val="solid"/>
                      <a:round/>
                      <a:headEnd len="sm" w="sm" type="none"/>
                      <a:tailEnd len="sm" w="sm" type="none"/>
                    </a:lnL>
                    <a:lnR cap="flat" cmpd="sng" w="9525">
                      <a:solidFill>
                        <a:srgbClr val="00574E"/>
                      </a:solidFill>
                      <a:prstDash val="solid"/>
                      <a:round/>
                      <a:headEnd len="sm" w="sm" type="none"/>
                      <a:tailEnd len="sm" w="sm" type="none"/>
                    </a:lnR>
                    <a:lnT cap="flat" cmpd="sng" w="9525">
                      <a:solidFill>
                        <a:srgbClr val="00574E"/>
                      </a:solidFill>
                      <a:prstDash val="solid"/>
                      <a:round/>
                      <a:headEnd len="sm" w="sm" type="none"/>
                      <a:tailEnd len="sm" w="sm" type="none"/>
                    </a:lnT>
                    <a:lnB cap="flat" cmpd="sng" w="9525">
                      <a:solidFill>
                        <a:srgbClr val="00574E"/>
                      </a:solidFill>
                      <a:prstDash val="solid"/>
                      <a:round/>
                      <a:headEnd len="sm" w="sm" type="none"/>
                      <a:tailEnd len="sm" w="sm" type="none"/>
                    </a:lnB>
                  </a:tcPr>
                </a:tc>
                <a:tc>
                  <a:txBody>
                    <a:bodyPr/>
                    <a:lstStyle/>
                    <a:p>
                      <a:pPr indent="0" lvl="0" marL="0" rtl="0" algn="l">
                        <a:spcBef>
                          <a:spcPts val="0"/>
                        </a:spcBef>
                        <a:spcAft>
                          <a:spcPts val="0"/>
                        </a:spcAft>
                        <a:buNone/>
                      </a:pPr>
                      <a:r>
                        <a:rPr b="1" lang="en-US" sz="3100"/>
                        <a:t>Naive System RAM:</a:t>
                      </a:r>
                      <a:endParaRPr b="1" sz="3100"/>
                    </a:p>
                  </a:txBody>
                  <a:tcPr marT="91425" marB="91425" marR="91425" marL="91425">
                    <a:lnL cap="flat" cmpd="sng" w="9525">
                      <a:solidFill>
                        <a:srgbClr val="00574E"/>
                      </a:solidFill>
                      <a:prstDash val="solid"/>
                      <a:round/>
                      <a:headEnd len="sm" w="sm" type="none"/>
                      <a:tailEnd len="sm" w="sm" type="none"/>
                    </a:lnL>
                    <a:lnR cap="flat" cmpd="sng" w="9525">
                      <a:solidFill>
                        <a:srgbClr val="00574E"/>
                      </a:solidFill>
                      <a:prstDash val="solid"/>
                      <a:round/>
                      <a:headEnd len="sm" w="sm" type="none"/>
                      <a:tailEnd len="sm" w="sm" type="none"/>
                    </a:lnR>
                    <a:lnT cap="flat" cmpd="sng" w="9525">
                      <a:solidFill>
                        <a:srgbClr val="00574E"/>
                      </a:solidFill>
                      <a:prstDash val="solid"/>
                      <a:round/>
                      <a:headEnd len="sm" w="sm" type="none"/>
                      <a:tailEnd len="sm" w="sm" type="none"/>
                    </a:lnT>
                    <a:lnB cap="flat" cmpd="sng" w="9525">
                      <a:solidFill>
                        <a:srgbClr val="00574E"/>
                      </a:solidFill>
                      <a:prstDash val="solid"/>
                      <a:round/>
                      <a:headEnd len="sm" w="sm" type="none"/>
                      <a:tailEnd len="sm" w="sm" type="none"/>
                    </a:lnB>
                  </a:tcPr>
                </a:tc>
              </a:tr>
              <a:tr h="777250">
                <a:tc>
                  <a:txBody>
                    <a:bodyPr/>
                    <a:lstStyle/>
                    <a:p>
                      <a:pPr indent="0" lvl="0" marL="0" rtl="0" algn="l">
                        <a:spcBef>
                          <a:spcPts val="0"/>
                        </a:spcBef>
                        <a:spcAft>
                          <a:spcPts val="0"/>
                        </a:spcAft>
                        <a:buNone/>
                      </a:pPr>
                      <a:r>
                        <a:rPr lang="en-US" sz="3100">
                          <a:solidFill>
                            <a:srgbClr val="1D1C1D"/>
                          </a:solidFill>
                          <a:highlight>
                            <a:srgbClr val="FFFFFF"/>
                          </a:highlight>
                        </a:rPr>
                        <a:t>6.9057 gigabytes</a:t>
                      </a:r>
                      <a:endParaRPr sz="3100"/>
                    </a:p>
                  </a:txBody>
                  <a:tcPr marT="91425" marB="91425" marR="91425" marL="91425">
                    <a:lnL cap="flat" cmpd="sng" w="9525">
                      <a:solidFill>
                        <a:srgbClr val="00574E"/>
                      </a:solidFill>
                      <a:prstDash val="solid"/>
                      <a:round/>
                      <a:headEnd len="sm" w="sm" type="none"/>
                      <a:tailEnd len="sm" w="sm" type="none"/>
                    </a:lnL>
                    <a:lnR cap="flat" cmpd="sng" w="9525">
                      <a:solidFill>
                        <a:srgbClr val="00574E"/>
                      </a:solidFill>
                      <a:prstDash val="solid"/>
                      <a:round/>
                      <a:headEnd len="sm" w="sm" type="none"/>
                      <a:tailEnd len="sm" w="sm" type="none"/>
                    </a:lnR>
                    <a:lnT cap="flat" cmpd="sng" w="9525">
                      <a:solidFill>
                        <a:srgbClr val="00574E"/>
                      </a:solidFill>
                      <a:prstDash val="solid"/>
                      <a:round/>
                      <a:headEnd len="sm" w="sm" type="none"/>
                      <a:tailEnd len="sm" w="sm" type="none"/>
                    </a:lnT>
                    <a:lnB cap="flat" cmpd="sng" w="9525">
                      <a:solidFill>
                        <a:srgbClr val="00574E"/>
                      </a:solidFill>
                      <a:prstDash val="solid"/>
                      <a:round/>
                      <a:headEnd len="sm" w="sm" type="none"/>
                      <a:tailEnd len="sm" w="sm" type="none"/>
                    </a:lnB>
                  </a:tcPr>
                </a:tc>
                <a:tc>
                  <a:txBody>
                    <a:bodyPr/>
                    <a:lstStyle/>
                    <a:p>
                      <a:pPr indent="0" lvl="0" marL="0" rtl="0" algn="l">
                        <a:spcBef>
                          <a:spcPts val="0"/>
                        </a:spcBef>
                        <a:spcAft>
                          <a:spcPts val="0"/>
                        </a:spcAft>
                        <a:buNone/>
                      </a:pPr>
                      <a:r>
                        <a:rPr lang="en-US" sz="3100"/>
                        <a:t>~100+ gigabytes</a:t>
                      </a:r>
                      <a:endParaRPr sz="3100"/>
                    </a:p>
                  </a:txBody>
                  <a:tcPr marT="91425" marB="91425" marR="91425" marL="91425">
                    <a:lnL cap="flat" cmpd="sng" w="9525">
                      <a:solidFill>
                        <a:srgbClr val="00574E"/>
                      </a:solidFill>
                      <a:prstDash val="solid"/>
                      <a:round/>
                      <a:headEnd len="sm" w="sm" type="none"/>
                      <a:tailEnd len="sm" w="sm" type="none"/>
                    </a:lnL>
                    <a:lnR cap="flat" cmpd="sng" w="9525">
                      <a:solidFill>
                        <a:srgbClr val="00574E"/>
                      </a:solidFill>
                      <a:prstDash val="solid"/>
                      <a:round/>
                      <a:headEnd len="sm" w="sm" type="none"/>
                      <a:tailEnd len="sm" w="sm" type="none"/>
                    </a:lnR>
                    <a:lnT cap="flat" cmpd="sng" w="9525">
                      <a:solidFill>
                        <a:srgbClr val="00574E"/>
                      </a:solidFill>
                      <a:prstDash val="solid"/>
                      <a:round/>
                      <a:headEnd len="sm" w="sm" type="none"/>
                      <a:tailEnd len="sm" w="sm" type="none"/>
                    </a:lnT>
                    <a:lnB cap="flat" cmpd="sng" w="9525">
                      <a:solidFill>
                        <a:srgbClr val="00574E"/>
                      </a:solidFill>
                      <a:prstDash val="solid"/>
                      <a:round/>
                      <a:headEnd len="sm" w="sm" type="none"/>
                      <a:tailEnd len="sm" w="sm" type="none"/>
                    </a:lnB>
                  </a:tcPr>
                </a:tc>
              </a:tr>
            </a:tbl>
          </a:graphicData>
        </a:graphic>
      </p:graphicFrame>
      <p:sp>
        <p:nvSpPr>
          <p:cNvPr id="74" name="Google Shape;74;p1"/>
          <p:cNvSpPr txBox="1"/>
          <p:nvPr/>
        </p:nvSpPr>
        <p:spPr>
          <a:xfrm>
            <a:off x="15979825" y="10535975"/>
            <a:ext cx="13597800" cy="384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100"/>
              <a:t>When uploading the TCGA dataset, there is a large amount of information being processed, therefore the vectors for FAISS search must be quantized. Even with doing this, the corpus totals to a staggering storage. Systems to retrieve </a:t>
            </a:r>
            <a:r>
              <a:rPr lang="en-US" sz="3100"/>
              <a:t>large</a:t>
            </a:r>
            <a:r>
              <a:rPr lang="en-US" sz="3100"/>
              <a:t> amounts of data can be very time and resource intensive. With the system we developed, the total RAM usage is only 6.9 GB, making it suitable for small devices in a clinical setting without huge </a:t>
            </a:r>
            <a:r>
              <a:rPr lang="en-US" sz="3100"/>
              <a:t>hardware</a:t>
            </a:r>
            <a:r>
              <a:rPr lang="en-US" sz="3100"/>
              <a:t> modifications to existing tools. A more naive implementation using GPT-4 or other LLM on a local machine could result in over 100 GB usage. </a:t>
            </a:r>
            <a:endParaRPr sz="3100"/>
          </a:p>
        </p:txBody>
      </p:sp>
      <p:pic>
        <p:nvPicPr>
          <p:cNvPr id="75" name="Google Shape;75;p1"/>
          <p:cNvPicPr preferRelativeResize="0"/>
          <p:nvPr/>
        </p:nvPicPr>
        <p:blipFill>
          <a:blip r:embed="rId5">
            <a:alphaModFix/>
          </a:blip>
          <a:stretch>
            <a:fillRect/>
          </a:stretch>
        </p:blipFill>
        <p:spPr>
          <a:xfrm>
            <a:off x="15302738" y="14533225"/>
            <a:ext cx="14826720" cy="8607575"/>
          </a:xfrm>
          <a:prstGeom prst="rect">
            <a:avLst/>
          </a:prstGeom>
          <a:noFill/>
          <a:ln>
            <a:noFill/>
          </a:ln>
        </p:spPr>
      </p:pic>
      <p:pic>
        <p:nvPicPr>
          <p:cNvPr id="76" name="Google Shape;76;p1"/>
          <p:cNvPicPr preferRelativeResize="0"/>
          <p:nvPr/>
        </p:nvPicPr>
        <p:blipFill>
          <a:blip r:embed="rId6">
            <a:alphaModFix/>
          </a:blip>
          <a:stretch>
            <a:fillRect/>
          </a:stretch>
        </p:blipFill>
        <p:spPr>
          <a:xfrm>
            <a:off x="749187" y="31300600"/>
            <a:ext cx="9195924" cy="9217475"/>
          </a:xfrm>
          <a:prstGeom prst="rect">
            <a:avLst/>
          </a:prstGeom>
          <a:noFill/>
          <a:ln>
            <a:noFill/>
          </a:ln>
        </p:spPr>
      </p:pic>
      <p:sp>
        <p:nvSpPr>
          <p:cNvPr id="77" name="Google Shape;77;p1"/>
          <p:cNvSpPr txBox="1"/>
          <p:nvPr/>
        </p:nvSpPr>
        <p:spPr>
          <a:xfrm>
            <a:off x="1606882" y="41019082"/>
            <a:ext cx="11987700" cy="529800"/>
          </a:xfrm>
          <a:prstGeom prst="rect">
            <a:avLst/>
          </a:prstGeom>
          <a:noFill/>
          <a:ln>
            <a:noFill/>
          </a:ln>
        </p:spPr>
        <p:txBody>
          <a:bodyPr anchorCtr="0" anchor="t" bIns="45700" lIns="31425" spcFirstLastPara="1" rIns="31425" wrap="square" tIns="45700">
            <a:spAutoFit/>
          </a:bodyPr>
          <a:lstStyle/>
          <a:p>
            <a:pPr indent="0" lvl="0" marL="0" marR="0" rtl="0" algn="ctr">
              <a:lnSpc>
                <a:spcPct val="100000"/>
              </a:lnSpc>
              <a:spcBef>
                <a:spcPts val="0"/>
              </a:spcBef>
              <a:spcAft>
                <a:spcPts val="0"/>
              </a:spcAft>
              <a:buClr>
                <a:srgbClr val="000000"/>
              </a:buClr>
              <a:buSzPts val="2842"/>
              <a:buFont typeface="Arial"/>
              <a:buNone/>
            </a:pPr>
            <a:r>
              <a:rPr b="1" i="0" lang="en-US" sz="2842" u="none" cap="none" strike="noStrike">
                <a:solidFill>
                  <a:srgbClr val="000000"/>
                </a:solidFill>
                <a:latin typeface="Arial"/>
                <a:ea typeface="Arial"/>
                <a:cs typeface="Arial"/>
                <a:sym typeface="Arial"/>
                <a:extLst>
                  <a:ext uri="http://customooxmlschemas.google.com/">
                    <go:slidesCustomData xmlns:go="http://customooxmlschemas.google.com/" textRoundtripDataId="6"/>
                  </a:ext>
                </a:extLst>
              </a:rPr>
              <a:t>Figure</a:t>
            </a:r>
            <a:r>
              <a:rPr b="1" i="0" lang="en-US" sz="2842" u="none" cap="none" strike="noStrike">
                <a:solidFill>
                  <a:srgbClr val="000000"/>
                </a:solidFill>
                <a:latin typeface="Arial"/>
                <a:ea typeface="Arial"/>
                <a:cs typeface="Arial"/>
                <a:sym typeface="Arial"/>
              </a:rPr>
              <a:t> 1:</a:t>
            </a:r>
            <a:r>
              <a:rPr b="0" i="0" lang="en-US" sz="2842" u="none" cap="none" strike="noStrike">
                <a:solidFill>
                  <a:srgbClr val="000000"/>
                </a:solidFill>
                <a:latin typeface="Arial"/>
                <a:ea typeface="Arial"/>
                <a:cs typeface="Arial"/>
                <a:sym typeface="Arial"/>
              </a:rPr>
              <a:t> </a:t>
            </a:r>
            <a:r>
              <a:rPr lang="en-US" sz="2842"/>
              <a:t>Visualization of corpus documents’ similarity and distribution</a:t>
            </a:r>
            <a:endParaRPr b="0" i="0" sz="2842" u="none" cap="none" strike="noStrike">
              <a:solidFill>
                <a:srgbClr val="000000"/>
              </a:solidFill>
              <a:latin typeface="Arial"/>
              <a:ea typeface="Arial"/>
              <a:cs typeface="Arial"/>
              <a:sym typeface="Arial"/>
            </a:endParaRPr>
          </a:p>
        </p:txBody>
      </p:sp>
      <p:sp>
        <p:nvSpPr>
          <p:cNvPr id="78" name="Google Shape;78;p1"/>
          <p:cNvSpPr txBox="1"/>
          <p:nvPr/>
        </p:nvSpPr>
        <p:spPr>
          <a:xfrm>
            <a:off x="16784882" y="23295032"/>
            <a:ext cx="11987700" cy="529800"/>
          </a:xfrm>
          <a:prstGeom prst="rect">
            <a:avLst/>
          </a:prstGeom>
          <a:noFill/>
          <a:ln>
            <a:noFill/>
          </a:ln>
        </p:spPr>
        <p:txBody>
          <a:bodyPr anchorCtr="0" anchor="t" bIns="45700" lIns="31425" spcFirstLastPara="1" rIns="31425" wrap="square" tIns="45700">
            <a:spAutoFit/>
          </a:bodyPr>
          <a:lstStyle/>
          <a:p>
            <a:pPr indent="0" lvl="0" marL="0" marR="0" rtl="0" algn="ctr">
              <a:lnSpc>
                <a:spcPct val="100000"/>
              </a:lnSpc>
              <a:spcBef>
                <a:spcPts val="0"/>
              </a:spcBef>
              <a:spcAft>
                <a:spcPts val="0"/>
              </a:spcAft>
              <a:buClr>
                <a:srgbClr val="000000"/>
              </a:buClr>
              <a:buSzPts val="2842"/>
              <a:buFont typeface="Arial"/>
              <a:buNone/>
            </a:pPr>
            <a:r>
              <a:rPr b="1" i="0" lang="en-US" sz="2842" u="none" cap="none" strike="noStrike">
                <a:solidFill>
                  <a:srgbClr val="000000"/>
                </a:solidFill>
                <a:latin typeface="Arial"/>
                <a:ea typeface="Arial"/>
                <a:cs typeface="Arial"/>
                <a:sym typeface="Arial"/>
              </a:rPr>
              <a:t>Figure </a:t>
            </a:r>
            <a:r>
              <a:rPr b="1" lang="en-US" sz="2842"/>
              <a:t>2</a:t>
            </a:r>
            <a:r>
              <a:rPr b="1" i="0" lang="en-US" sz="2842" u="none" cap="none" strike="noStrike">
                <a:solidFill>
                  <a:srgbClr val="000000"/>
                </a:solidFill>
                <a:latin typeface="Arial"/>
                <a:ea typeface="Arial"/>
                <a:cs typeface="Arial"/>
                <a:sym typeface="Arial"/>
              </a:rPr>
              <a:t>:</a:t>
            </a:r>
            <a:r>
              <a:rPr b="0" i="0" lang="en-US" sz="2842" u="none" cap="none" strike="noStrike">
                <a:solidFill>
                  <a:srgbClr val="000000"/>
                </a:solidFill>
                <a:latin typeface="Arial"/>
                <a:ea typeface="Arial"/>
                <a:cs typeface="Arial"/>
                <a:sym typeface="Arial"/>
              </a:rPr>
              <a:t> </a:t>
            </a:r>
            <a:r>
              <a:rPr lang="en-US" sz="2842"/>
              <a:t>Sample model workflow with query “squamous cell carcinoma”</a:t>
            </a:r>
            <a:endParaRPr b="0" i="0" sz="2842" u="none" cap="none" strike="noStrike">
              <a:solidFill>
                <a:srgbClr val="000000"/>
              </a:solidFill>
              <a:latin typeface="Arial"/>
              <a:ea typeface="Arial"/>
              <a:cs typeface="Arial"/>
              <a:sym typeface="Arial"/>
            </a:endParaRPr>
          </a:p>
        </p:txBody>
      </p:sp>
      <p:sp>
        <p:nvSpPr>
          <p:cNvPr id="79" name="Google Shape;79;p1"/>
          <p:cNvSpPr txBox="1"/>
          <p:nvPr/>
        </p:nvSpPr>
        <p:spPr>
          <a:xfrm>
            <a:off x="10231900" y="31322150"/>
            <a:ext cx="4201200" cy="921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050"/>
              <a:t>The image on the left demonstrates the large </a:t>
            </a:r>
            <a:r>
              <a:rPr lang="en-US" sz="3050"/>
              <a:t>variance</a:t>
            </a:r>
            <a:r>
              <a:rPr lang="en-US" sz="3050"/>
              <a:t> in the way pathology reports are written. They can be far from each other in terms of content and standardization, making accurate retrieval of information nearly impossible. </a:t>
            </a:r>
            <a:r>
              <a:rPr lang="en-US" sz="3050"/>
              <a:t>Different</a:t>
            </a:r>
            <a:r>
              <a:rPr lang="en-US" sz="3050"/>
              <a:t> pathologists will have different methods of writing reports, which further complicates the issue.</a:t>
            </a:r>
            <a:endParaRPr sz="3050"/>
          </a:p>
        </p:txBody>
      </p:sp>
      <p:sp>
        <p:nvSpPr>
          <p:cNvPr id="80" name="Google Shape;80;p1"/>
          <p:cNvSpPr txBox="1"/>
          <p:nvPr/>
        </p:nvSpPr>
        <p:spPr>
          <a:xfrm>
            <a:off x="15889550" y="18329925"/>
            <a:ext cx="3657600" cy="417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050"/>
              <a:t>Note: Workflow demonstrates </a:t>
            </a:r>
            <a:r>
              <a:rPr lang="en-US" sz="3050"/>
              <a:t>the</a:t>
            </a:r>
            <a:r>
              <a:rPr lang="en-US" sz="3050"/>
              <a:t> actual use from end to end. Follows an example query down the entire system for processing.</a:t>
            </a:r>
            <a:endParaRPr sz="3050"/>
          </a:p>
        </p:txBody>
      </p:sp>
      <p:sp>
        <p:nvSpPr>
          <p:cNvPr id="81" name="Google Shape;81;p1"/>
          <p:cNvSpPr txBox="1"/>
          <p:nvPr/>
        </p:nvSpPr>
        <p:spPr>
          <a:xfrm>
            <a:off x="15979825" y="27660125"/>
            <a:ext cx="13597800" cy="82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100"/>
              <a:t>Through our methods we were able to demonstrate that it is possible to create a low-powered and low-resource system for the indexing and retrieval of pathology reports. Clinicians will be able to use this system to find pathology reports not only by </a:t>
            </a:r>
            <a:r>
              <a:rPr lang="en-US" sz="3100"/>
              <a:t>keyword</a:t>
            </a:r>
            <a:r>
              <a:rPr lang="en-US" sz="3100"/>
              <a:t> search, but also through semantic vector search. This means that even if pathology report writing is not standardized between different clinicians, searching will still consider both methods of search: keyword and meaning.</a:t>
            </a:r>
            <a:br>
              <a:rPr lang="en-US" sz="3100"/>
            </a:br>
            <a:br>
              <a:rPr lang="en-US" sz="3100"/>
            </a:br>
            <a:r>
              <a:rPr lang="en-US" sz="3100"/>
              <a:t>With the specific RAM requirements and benchmarks generated, the system will be capable of running on a Raspberry Pi 5 or similar small computer with an external memory disk. This means that in terms of cost implementation, this system implementation could be easily integrated into hospital systems serving as an out of the box tool that comes with built in security features by simply not needing connection to a network. </a:t>
            </a:r>
            <a:r>
              <a:rPr lang="en-US" sz="3100">
                <a:solidFill>
                  <a:schemeClr val="dk1"/>
                </a:solidFill>
              </a:rPr>
              <a:t>Because of this, the system design specifically works towards ensuring that even cyber attacks, compromising patient specific data, are not a threat. </a:t>
            </a:r>
            <a:endParaRPr sz="3100">
              <a:solidFill>
                <a:schemeClr val="dk1"/>
              </a:solidFill>
            </a:endParaRPr>
          </a:p>
          <a:p>
            <a:pPr indent="0" lvl="0" marL="0" rtl="0" algn="l">
              <a:spcBef>
                <a:spcPts val="0"/>
              </a:spcBef>
              <a:spcAft>
                <a:spcPts val="0"/>
              </a:spcAft>
              <a:buNone/>
            </a:pPr>
            <a:r>
              <a:t/>
            </a:r>
            <a:endParaRPr sz="3100">
              <a:solidFill>
                <a:schemeClr val="dk1"/>
              </a:solidFill>
            </a:endParaRPr>
          </a:p>
          <a:p>
            <a:pPr indent="0" lvl="0" marL="0" rtl="0" algn="l">
              <a:spcBef>
                <a:spcPts val="0"/>
              </a:spcBef>
              <a:spcAft>
                <a:spcPts val="0"/>
              </a:spcAft>
              <a:buNone/>
            </a:pPr>
            <a:r>
              <a:t/>
            </a:r>
            <a:endParaRPr sz="3100"/>
          </a:p>
        </p:txBody>
      </p:sp>
      <p:pic>
        <p:nvPicPr>
          <p:cNvPr descr="Image" id="82" name="Google Shape;82;p1"/>
          <p:cNvPicPr preferRelativeResize="0"/>
          <p:nvPr/>
        </p:nvPicPr>
        <p:blipFill rotWithShape="1">
          <a:blip r:embed="rId7">
            <a:alphaModFix/>
          </a:blip>
          <a:srcRect b="0" l="0" r="0" t="0"/>
          <a:stretch/>
        </p:blipFill>
        <p:spPr>
          <a:xfrm>
            <a:off x="25372305" y="38535884"/>
            <a:ext cx="3797827" cy="2483194"/>
          </a:xfrm>
          <a:prstGeom prst="rect">
            <a:avLst/>
          </a:prstGeom>
          <a:noFill/>
          <a:ln>
            <a:noFill/>
          </a:ln>
        </p:spPr>
      </p:pic>
      <p:pic>
        <p:nvPicPr>
          <p:cNvPr id="83" name="Google Shape;83;p1"/>
          <p:cNvPicPr preferRelativeResize="0"/>
          <p:nvPr/>
        </p:nvPicPr>
        <p:blipFill>
          <a:blip r:embed="rId8">
            <a:alphaModFix/>
          </a:blip>
          <a:stretch>
            <a:fillRect/>
          </a:stretch>
        </p:blipFill>
        <p:spPr>
          <a:xfrm>
            <a:off x="16965022" y="35891825"/>
            <a:ext cx="6690050" cy="4448875"/>
          </a:xfrm>
          <a:prstGeom prst="rect">
            <a:avLst/>
          </a:prstGeom>
          <a:noFill/>
          <a:ln>
            <a:noFill/>
          </a:ln>
        </p:spPr>
      </p:pic>
      <p:sp>
        <p:nvSpPr>
          <p:cNvPr id="84" name="Google Shape;84;p1"/>
          <p:cNvSpPr txBox="1"/>
          <p:nvPr/>
        </p:nvSpPr>
        <p:spPr>
          <a:xfrm>
            <a:off x="17261138" y="40571825"/>
            <a:ext cx="6097800" cy="529800"/>
          </a:xfrm>
          <a:prstGeom prst="rect">
            <a:avLst/>
          </a:prstGeom>
          <a:noFill/>
          <a:ln>
            <a:noFill/>
          </a:ln>
        </p:spPr>
        <p:txBody>
          <a:bodyPr anchorCtr="0" anchor="t" bIns="45700" lIns="31425" spcFirstLastPara="1" rIns="31425" wrap="square" tIns="45700">
            <a:spAutoFit/>
          </a:bodyPr>
          <a:lstStyle/>
          <a:p>
            <a:pPr indent="0" lvl="0" marL="0" marR="0" rtl="0" algn="ctr">
              <a:lnSpc>
                <a:spcPct val="100000"/>
              </a:lnSpc>
              <a:spcBef>
                <a:spcPts val="0"/>
              </a:spcBef>
              <a:spcAft>
                <a:spcPts val="0"/>
              </a:spcAft>
              <a:buClr>
                <a:srgbClr val="000000"/>
              </a:buClr>
              <a:buSzPts val="2842"/>
              <a:buFont typeface="Arial"/>
              <a:buNone/>
            </a:pPr>
            <a:r>
              <a:rPr b="1" i="0" lang="en-US" sz="2842" u="none" cap="none" strike="noStrike">
                <a:solidFill>
                  <a:srgbClr val="000000"/>
                </a:solidFill>
                <a:latin typeface="Arial"/>
                <a:ea typeface="Arial"/>
                <a:cs typeface="Arial"/>
                <a:sym typeface="Arial"/>
              </a:rPr>
              <a:t>Figure </a:t>
            </a:r>
            <a:r>
              <a:rPr b="1" lang="en-US" sz="2842"/>
              <a:t>3</a:t>
            </a:r>
            <a:r>
              <a:rPr b="1" i="0" lang="en-US" sz="2842" u="none" cap="none" strike="noStrike">
                <a:solidFill>
                  <a:srgbClr val="000000"/>
                </a:solidFill>
                <a:latin typeface="Arial"/>
                <a:ea typeface="Arial"/>
                <a:cs typeface="Arial"/>
                <a:sym typeface="Arial"/>
              </a:rPr>
              <a:t>:</a:t>
            </a:r>
            <a:r>
              <a:rPr b="0" i="0" lang="en-US" sz="2842" u="none" cap="none" strike="noStrike">
                <a:solidFill>
                  <a:srgbClr val="000000"/>
                </a:solidFill>
                <a:latin typeface="Arial"/>
                <a:ea typeface="Arial"/>
                <a:cs typeface="Arial"/>
                <a:sym typeface="Arial"/>
              </a:rPr>
              <a:t> </a:t>
            </a:r>
            <a:r>
              <a:rPr lang="en-US" sz="2842"/>
              <a:t>Raspberry Pi 5 Visual</a:t>
            </a:r>
            <a:endParaRPr b="0" i="0" sz="2842" u="none" cap="none" strike="noStrike">
              <a:solidFill>
                <a:srgbClr val="000000"/>
              </a:solidFill>
              <a:latin typeface="Arial"/>
              <a:ea typeface="Arial"/>
              <a:cs typeface="Arial"/>
              <a:sym typeface="Arial"/>
            </a:endParaRPr>
          </a:p>
        </p:txBody>
      </p:sp>
      <p:sp>
        <p:nvSpPr>
          <p:cNvPr id="85" name="Google Shape;85;p1"/>
          <p:cNvSpPr txBox="1"/>
          <p:nvPr/>
        </p:nvSpPr>
        <p:spPr>
          <a:xfrm>
            <a:off x="15568100" y="23967150"/>
            <a:ext cx="13895100" cy="248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2900"/>
              <a:t>Sample Input: </a:t>
            </a:r>
            <a:r>
              <a:rPr lang="en-US" sz="2900"/>
              <a:t>"squamous cell carcinoma" </a:t>
            </a:r>
            <a:endParaRPr sz="2900"/>
          </a:p>
          <a:p>
            <a:pPr indent="0" lvl="0" marL="0" marR="0" rtl="0" algn="l">
              <a:lnSpc>
                <a:spcPct val="100000"/>
              </a:lnSpc>
              <a:spcBef>
                <a:spcPts val="0"/>
              </a:spcBef>
              <a:spcAft>
                <a:spcPts val="0"/>
              </a:spcAft>
              <a:buNone/>
            </a:pPr>
            <a:r>
              <a:rPr b="1" lang="en-US" sz="2900"/>
              <a:t>Sample Output:</a:t>
            </a:r>
            <a:r>
              <a:rPr lang="en-US" sz="2900"/>
              <a:t> "size: Maximal dimension 5.2 x 5.0 x 3.9 cm. Specimen laterality: Right. A. Right tonsil, biopsy: Focally keratinizing squamous cell carcinoma, moderately differentiated,. frozen section diagnosis confirmed. B. Right tonsil, biopsy: Focally keratinizing squamous cell carcinoma, moderately differentiated..."</a:t>
            </a:r>
            <a:endParaRPr sz="29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00CC99"/>
      </a:accent1>
      <a:accent2>
        <a:srgbClr val="3333CC"/>
      </a:accent2>
      <a:accent3>
        <a:srgbClr val="8F8F8F"/>
      </a:accent3>
      <a:accent4>
        <a:srgbClr val="707070"/>
      </a:accent4>
      <a:accent5>
        <a:srgbClr val="AAE2CA"/>
      </a:accent5>
      <a:accent6>
        <a:srgbClr val="2D2DB9"/>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00CC99"/>
      </a:accent1>
      <a:accent2>
        <a:srgbClr val="3333CC"/>
      </a:accent2>
      <a:accent3>
        <a:srgbClr val="8F8F8F"/>
      </a:accent3>
      <a:accent4>
        <a:srgbClr val="707070"/>
      </a:accent4>
      <a:accent5>
        <a:srgbClr val="AAE2CA"/>
      </a:accent5>
      <a:accent6>
        <a:srgbClr val="2D2DB9"/>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